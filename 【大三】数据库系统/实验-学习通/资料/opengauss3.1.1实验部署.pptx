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4" r:id="rId2"/>
  </p:sldMasterIdLst>
  <p:notesMasterIdLst>
    <p:notesMasterId r:id="rId11"/>
  </p:notesMasterIdLst>
  <p:sldIdLst>
    <p:sldId id="795" r:id="rId3"/>
    <p:sldId id="796" r:id="rId4"/>
    <p:sldId id="569" r:id="rId5"/>
    <p:sldId id="555" r:id="rId6"/>
    <p:sldId id="556" r:id="rId7"/>
    <p:sldId id="557" r:id="rId8"/>
    <p:sldId id="558" r:id="rId9"/>
    <p:sldId id="756" r:id="rId10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FF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729"/>
  </p:normalViewPr>
  <p:slideViewPr>
    <p:cSldViewPr showGuides="1">
      <p:cViewPr varScale="1">
        <p:scale>
          <a:sx n="101" d="100"/>
          <a:sy n="101" d="100"/>
        </p:scale>
        <p:origin x="1914" y="108"/>
      </p:cViewPr>
      <p:guideLst>
        <p:guide orient="horz" pos="2143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570067-5BC7-4B64-AF0A-645EB895CB8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7944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0" descr="工大图标－透明副本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" y="0"/>
            <a:ext cx="1381788" cy="126875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6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37313"/>
            <a:ext cx="2157413" cy="4206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8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A6F3B6-C8DC-4478-A5AE-10D846D04EEB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数据库系统概论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87F9FB-7AAC-4FB0-9197-380C43E53F5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381750"/>
            <a:ext cx="2306638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28AC3-A920-4A0A-B9A6-47845B8BF999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0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数据库系统概论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2B10B-0AAC-475D-8A74-401AE53EDBEF}" type="slidenum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381750"/>
            <a:ext cx="2306638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54F0CD-0A6B-4E0D-8B4F-B10B5E4F336E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0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数据库系统概论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CB8983-C70C-4191-85C2-AD56B6968E2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0" y="6381750"/>
            <a:ext cx="2306638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96AC06-FF9C-4996-B7C7-4B2F1B0644C3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0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数据库系统概论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C43C6F-690E-4F71-BF96-0576B1E4C25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BA056D-7C54-438A-9205-FB825C2AC44B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数据库系统概论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8E1335-4B7B-4520-83CA-145BC342E25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0" descr="工大图标－透明副本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" y="0"/>
            <a:ext cx="1381788" cy="126875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6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37313"/>
            <a:ext cx="2157413" cy="4206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8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A6F3B6-C8DC-4478-A5AE-10D846D04EEB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数据库系统概论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87F9FB-7AAC-4FB0-9197-380C43E53F5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381750"/>
            <a:ext cx="2306638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28AC3-A920-4A0A-B9A6-47845B8BF999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0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数据库系统概论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92B10B-0AAC-475D-8A74-401AE53EDBEF}" type="slidenum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381750"/>
            <a:ext cx="2306638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54F0CD-0A6B-4E0D-8B4F-B10B5E4F336E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0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数据库系统概论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CB8983-C70C-4191-85C2-AD56B6968E2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0" y="6381750"/>
            <a:ext cx="2306638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96AC06-FF9C-4996-B7C7-4B2F1B0644C3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0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数据库系统概论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C43C6F-690E-4F71-BF96-0576B1E4C25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BA056D-7C54-438A-9205-FB825C2AC44B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数据库系统概论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8E1335-4B7B-4520-83CA-145BC342E25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7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AutoShape 4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381750"/>
            <a:ext cx="2306638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zh-CN" altLang="en-US" sz="1800" kern="1200">
                <a:solidFill>
                  <a:schemeClr val="accent2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BA056D-7C54-438A-9205-FB825C2AC44B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0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2400">
                <a:solidFill>
                  <a:schemeClr val="accent2"/>
                </a:solidFill>
                <a:latin typeface="华文行楷" panose="02010800040101010101" pitchFamily="2" charset="-122"/>
                <a:ea typeface="华文行楷" panose="0201080004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数据库系统概论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256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8E1335-4B7B-4520-83CA-145BC342E25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3" name="图片 12" descr="工大图标－透明副本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381788" cy="126875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3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6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2560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7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AutoShape 4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381750"/>
            <a:ext cx="2306638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zh-CN" altLang="en-US" sz="1800" kern="1200">
                <a:solidFill>
                  <a:schemeClr val="accent2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BA056D-7C54-438A-9205-FB825C2AC44B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0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2400">
                <a:solidFill>
                  <a:schemeClr val="accent2"/>
                </a:solidFill>
                <a:latin typeface="华文行楷" panose="02010800040101010101" pitchFamily="2" charset="-122"/>
                <a:ea typeface="华文行楷" panose="0201080004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数据库系统概论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256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8E1335-4B7B-4520-83CA-145BC342E25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3" name="图片 12" descr="工大图标－透明副本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381788" cy="126875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3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6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2560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C76280-946C-4822-8DF0-ABC752B96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）在华为</a:t>
            </a:r>
            <a:r>
              <a:rPr lang="en-US" altLang="zh-C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Taishan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服务器上安装</a:t>
            </a:r>
            <a:r>
              <a:rPr lang="en-US" altLang="zh-C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openGauss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（操作系统：openEuler ）</a:t>
            </a:r>
          </a:p>
          <a:p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）在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平台上安装： 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VMware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虚拟机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+openGauss1.1.0</a:t>
            </a:r>
            <a:r>
              <a:rPr lang="zh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镜像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（操作系统：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centos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Linux7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49ED2B-5B54-49D6-8703-DC360E8BD87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28AC3-A920-4A0A-B9A6-47845B8BF999}" type="datetime3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539AB14-A516-4583-849F-3C21E30DCDCE}"/>
              </a:ext>
            </a:extLst>
          </p:cNvPr>
          <p:cNvSpPr>
            <a:spLocks noGrp="1"/>
          </p:cNvSpPr>
          <p:nvPr/>
        </p:nvSpPr>
        <p:spPr>
          <a:xfrm>
            <a:off x="701675" y="431800"/>
            <a:ext cx="8001000" cy="12160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kumimoji="0" lang="zh-CN" altLang="en-US" sz="2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、</a:t>
            </a:r>
            <a:r>
              <a:rPr kumimoji="0" lang="en-US" altLang="zh-CN" sz="2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openGuass</a:t>
            </a:r>
            <a:r>
              <a:rPr kumimoji="0" lang="zh-CN" altLang="en-US" sz="2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安装部署</a:t>
            </a:r>
          </a:p>
        </p:txBody>
      </p:sp>
    </p:spTree>
    <p:extLst>
      <p:ext uri="{BB962C8B-B14F-4D97-AF65-F5344CB8AC3E}">
        <p14:creationId xmlns:p14="http://schemas.microsoft.com/office/powerpoint/2010/main" val="341243257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619C30-D657-4EC5-9020-C313C1C33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D501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实验室有两台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Taishan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服务器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394018-61FF-48F5-AB4C-201CBD90B13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28AC3-A920-4A0A-B9A6-47845B8BF999}" type="datetime3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5456F43-286E-4045-88AC-C9E23C62A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5" y="2667635"/>
            <a:ext cx="3283774" cy="184148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CF7B420-2841-47C5-B846-25E5FCB9C317}"/>
              </a:ext>
            </a:extLst>
          </p:cNvPr>
          <p:cNvSpPr txBox="1"/>
          <p:nvPr/>
        </p:nvSpPr>
        <p:spPr>
          <a:xfrm>
            <a:off x="3857182" y="2830044"/>
            <a:ext cx="4531241" cy="1696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/>
              <a:t>是华为出品的数据中心服务器，基于华为鲲鹏</a:t>
            </a:r>
            <a:r>
              <a:rPr lang="en-US" altLang="zh-CN" dirty="0"/>
              <a:t>ARM64</a:t>
            </a:r>
            <a:r>
              <a:rPr lang="zh-CN" altLang="en-US" dirty="0"/>
              <a:t>处理器，为大数据、分布式存储、数据库，HPC（High Performance Computing)）等应用提供高效能算力</a:t>
            </a:r>
          </a:p>
        </p:txBody>
      </p:sp>
    </p:spTree>
    <p:extLst>
      <p:ext uri="{BB962C8B-B14F-4D97-AF65-F5344CB8AC3E}">
        <p14:creationId xmlns:p14="http://schemas.microsoft.com/office/powerpoint/2010/main" val="111329267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1772285"/>
            <a:ext cx="8001000" cy="4267200"/>
          </a:xfrm>
        </p:spPr>
        <p:txBody>
          <a:bodyPr/>
          <a:lstStyle/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安装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openEuler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：华为服务器操作系统 EulerOS，开源后命名为 openEuler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安装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openGauss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/>
          </a:p>
          <a:p>
            <a:endParaRPr lang="zh-C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28AC3-A920-4A0A-B9A6-47845B8BF999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3212976"/>
            <a:ext cx="4464387" cy="270105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4F2B3-9D30-41AC-92A5-FC3DEF721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zh-CN" altLang="en-US" sz="3200" dirty="0"/>
              <a:t>客户端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zh-CN" sz="2600" dirty="0"/>
              <a:t>DBMS</a:t>
            </a:r>
            <a:r>
              <a:rPr lang="zh-CN" altLang="en-US" sz="2600" dirty="0"/>
              <a:t>部署成功后，需要通过一些工具来便捷地连接数据库，对数据库进行操作和调试</a:t>
            </a:r>
            <a:endParaRPr lang="en-US" altLang="zh-CN" sz="2600" dirty="0"/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endParaRPr lang="en-US" altLang="zh-CN" sz="2600" dirty="0"/>
          </a:p>
          <a:p>
            <a:pPr lvl="1"/>
            <a:r>
              <a:rPr lang="en-US" altLang="zh-CN" sz="2425" dirty="0" err="1"/>
              <a:t>gsql</a:t>
            </a:r>
            <a:endParaRPr lang="en-US" altLang="zh-CN" sz="2425" dirty="0"/>
          </a:p>
          <a:p>
            <a:pPr lvl="1"/>
            <a:endParaRPr lang="en-US" altLang="zh-CN" sz="2425" dirty="0"/>
          </a:p>
          <a:p>
            <a:pPr lvl="1"/>
            <a:r>
              <a:rPr lang="en-US" altLang="zh-CN" sz="2425" dirty="0"/>
              <a:t>Data Studio</a:t>
            </a:r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28AC3-A920-4A0A-B9A6-47845B8BF999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1</a:t>
            </a:r>
            <a:r>
              <a:rPr lang="zh-CN" altLang="en-US" sz="2800" dirty="0"/>
              <a:t>）</a:t>
            </a:r>
            <a:r>
              <a:rPr lang="en-US" sz="2800" dirty="0" err="1"/>
              <a:t>gsql</a:t>
            </a:r>
            <a:endParaRPr lang="en-US" sz="2800" dirty="0"/>
          </a:p>
          <a:p>
            <a:pPr marL="471170" lvl="1" indent="0">
              <a:buNone/>
            </a:pPr>
            <a:endParaRPr lang="en-US" altLang="en-US" sz="2425" dirty="0"/>
          </a:p>
          <a:p>
            <a:pPr marL="471170" lvl="1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2425" dirty="0" err="1"/>
              <a:t>openGauss</a:t>
            </a:r>
            <a:r>
              <a:rPr lang="en-US" altLang="en-US" sz="2425" dirty="0"/>
              <a:t> </a:t>
            </a:r>
            <a:r>
              <a:rPr lang="en-US" altLang="en-US" sz="2425" dirty="0" err="1"/>
              <a:t>提供的在命令行下运行的数据库连接工具</a:t>
            </a:r>
            <a:r>
              <a:rPr lang="zh-CN" altLang="en-US" sz="2425" dirty="0"/>
              <a:t>，</a:t>
            </a:r>
            <a:r>
              <a:rPr lang="en-US" altLang="en-US" sz="2425" dirty="0" err="1"/>
              <a:t>在openEuler</a:t>
            </a:r>
            <a:r>
              <a:rPr lang="en-US" altLang="en-US" sz="2425" dirty="0"/>
              <a:t>/</a:t>
            </a:r>
            <a:r>
              <a:rPr lang="en-US" altLang="en-US" sz="2425" dirty="0" err="1"/>
              <a:t>cenos操作系统上进行</a:t>
            </a:r>
            <a:r>
              <a:rPr lang="zh-CN" altLang="en-US" sz="2425" dirty="0"/>
              <a:t>连接、调试</a:t>
            </a:r>
            <a:r>
              <a:rPr lang="en-US" altLang="en-US" sz="2425" dirty="0" err="1"/>
              <a:t>数据库，需要掌握Linux系统的基本操作和系统命令</a:t>
            </a:r>
            <a:endParaRPr lang="en-US" altLang="en-US" sz="2425" dirty="0"/>
          </a:p>
          <a:p>
            <a:endParaRPr lang="en-US" altLang="zh-CN" sz="2800" dirty="0"/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28AC3-A920-4A0A-B9A6-47845B8BF999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/>
              <a:t>2</a:t>
            </a:r>
            <a:r>
              <a:rPr lang="zh-CN" altLang="en-US" sz="2800"/>
              <a:t>）</a:t>
            </a:r>
            <a:r>
              <a:rPr lang="en-US" sz="2800"/>
              <a:t>data Studio</a:t>
            </a:r>
          </a:p>
          <a:p>
            <a:pPr marL="471170" lvl="1" indent="0">
              <a:buNone/>
            </a:pPr>
            <a:endParaRPr lang="en-US" altLang="en-US" sz="2425"/>
          </a:p>
          <a:p>
            <a:pPr marL="471170" lvl="1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sz="2425"/>
              <a:t>openGauss</a:t>
            </a:r>
            <a:r>
              <a:rPr lang="en-US" sz="2425"/>
              <a:t>1.0.1</a:t>
            </a:r>
            <a:r>
              <a:rPr lang="zh-CN" altLang="en-US" sz="2425"/>
              <a:t>版本推出的，</a:t>
            </a:r>
            <a:r>
              <a:rPr lang="en-US" altLang="zh-CN" sz="2425"/>
              <a:t>windows</a:t>
            </a:r>
            <a:r>
              <a:rPr lang="zh-CN" altLang="en-US" sz="2425"/>
              <a:t>下访问</a:t>
            </a:r>
            <a:r>
              <a:rPr lang="en-US" altLang="zh-CN" sz="2425"/>
              <a:t>openGuass</a:t>
            </a:r>
            <a:r>
              <a:rPr lang="zh-CN" altLang="en-US" sz="2425"/>
              <a:t>的客户端工具，类似</a:t>
            </a:r>
            <a:r>
              <a:rPr lang="en-US" altLang="zh-CN" sz="2425"/>
              <a:t>navicat</a:t>
            </a:r>
            <a:r>
              <a:rPr lang="zh-CN" altLang="en-US" sz="2425"/>
              <a:t>。需要</a:t>
            </a:r>
            <a:r>
              <a:rPr lang="en-US" altLang="zh-CN" sz="2425"/>
              <a:t>JDK</a:t>
            </a:r>
            <a:r>
              <a:rPr lang="zh-CN" altLang="en-US" sz="2425"/>
              <a:t>环境（</a:t>
            </a:r>
            <a:r>
              <a:rPr lang="en-US" altLang="zh-CN" sz="2425"/>
              <a:t>jdk1.8</a:t>
            </a:r>
            <a:r>
              <a:rPr lang="zh-CN" altLang="en-US" sz="2425"/>
              <a:t>及以上）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28AC3-A920-4A0A-B9A6-47845B8BF999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B90B131-3ECD-43CA-8478-E8792FDF2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zh-CN" sz="3200" dirty="0" err="1"/>
              <a:t>Datastudio</a:t>
            </a:r>
            <a:r>
              <a:rPr lang="zh-CN" altLang="en-US" sz="3200" dirty="0"/>
              <a:t>连接数据库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8CF6346-E751-4CD7-90E7-D9552DAF8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28AC3-A920-4A0A-B9A6-47845B8BF999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1772920"/>
            <a:ext cx="7964805" cy="43719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也可以在自己的电脑上安装</a:t>
            </a:r>
            <a:r>
              <a:rPr lang="en-US" altLang="zh-C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openGauss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2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</a:t>
            </a:r>
            <a:r>
              <a:rPr lang="en-US" altLang="zh-CN" sz="2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lang="zh-CN" altLang="zh-CN" sz="2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环境，熟悉</a:t>
            </a:r>
            <a:r>
              <a:rPr lang="en-US" altLang="zh-CN" sz="2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lang="zh-CN" altLang="zh-CN" sz="2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相关指令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附：采用</a:t>
            </a:r>
            <a:r>
              <a:rPr lang="en-US" altLang="zh-CN" sz="28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VMware</a:t>
            </a:r>
            <a:r>
              <a:rPr lang="zh-CN" altLang="zh-CN" sz="2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虚拟机</a:t>
            </a:r>
            <a:r>
              <a:rPr lang="en-US" altLang="zh-CN" sz="28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+Centos+Xshell +openGauss3.1.0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参见帮助文档：</a:t>
            </a:r>
            <a:r>
              <a:rPr lang="en-US" altLang="zh-C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openGuass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环境安装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.doc</a:t>
            </a:r>
          </a:p>
          <a:p>
            <a:pPr marL="0" indent="0">
              <a:buNone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28AC3-A920-4A0A-B9A6-47845B8BF999}" type="datetime3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2023年2月18日星期六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477</TotalTime>
  <Words>222</Words>
  <Application>Microsoft Office PowerPoint</Application>
  <PresentationFormat>全屏显示(4:3)</PresentationFormat>
  <Paragraphs>37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华文行楷</vt:lpstr>
      <vt:lpstr>微软雅黑</vt:lpstr>
      <vt:lpstr>Arial</vt:lpstr>
      <vt:lpstr>Times New Roman</vt:lpstr>
      <vt:lpstr>Verdana</vt:lpstr>
      <vt:lpstr>Wingdings</vt:lpstr>
      <vt:lpstr>Profile</vt:lpstr>
      <vt:lpstr>1_Profile</vt:lpstr>
      <vt:lpstr>PowerPoint 演示文稿</vt:lpstr>
      <vt:lpstr>PowerPoint 演示文稿</vt:lpstr>
      <vt:lpstr>PowerPoint 演示文稿</vt:lpstr>
      <vt:lpstr>客户端</vt:lpstr>
      <vt:lpstr>PowerPoint 演示文稿</vt:lpstr>
      <vt:lpstr>PowerPoint 演示文稿</vt:lpstr>
      <vt:lpstr>Datastudio连接数据库</vt:lpstr>
      <vt:lpstr>PowerPoint 演示文稿</vt:lpstr>
    </vt:vector>
  </TitlesOfParts>
  <Company>Workgroup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Pang Pang Pan</dc:creator>
  <cp:lastModifiedBy>季 明皓</cp:lastModifiedBy>
  <cp:revision>351</cp:revision>
  <dcterms:created xsi:type="dcterms:W3CDTF">2009-01-14T03:48:00Z</dcterms:created>
  <dcterms:modified xsi:type="dcterms:W3CDTF">2023-02-18T08:18:35Z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28C2DE28D3E443249B3A9DCE62595C63</vt:lpwstr>
  </property>
  <property fmtid="{D5CDD505-2E9C-101B-9397-08002B2CF9AE}" pid="3" name="KSOProductBuildVer">
    <vt:lpwstr>2052-11.1.0.10700</vt:lpwstr>
  </property>
</Properties>
</file>