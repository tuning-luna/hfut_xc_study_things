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04" autoAdjust="0"/>
  </p:normalViewPr>
  <p:slideViewPr>
    <p:cSldViewPr showGuides="1">
      <p:cViewPr varScale="1">
        <p:scale>
          <a:sx n="61" d="100"/>
          <a:sy n="61" d="100"/>
        </p:scale>
        <p:origin x="1011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9B93B-652B-4356-9BCA-B0D4C07CA34A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DB690-C4FE-42BD-8649-EE6496D562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05711-7B74-4776-B0C2-418A6CA5A8B2}" type="datetimeFigureOut">
              <a:rPr lang="zh-CN" altLang="en-US" smtClean="0"/>
              <a:t>2026/3/19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404664"/>
            <a:ext cx="8585154" cy="412813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2800" b="1" dirty="0"/>
              <a:t>3-2  </a:t>
            </a:r>
            <a:r>
              <a:rPr lang="zh-CN" altLang="en-US" sz="2800" b="1" dirty="0"/>
              <a:t>有一个处理单价为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角钱的饮料的自动售货机软件测试用例的设计。其规格说明如下：若投入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角钱或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元钱的硬币，押下“橙汁”或“啤酒”的按钮，则相应的饮料就送出来，若售货机没有零钱找，则一个显示“零钱找完”的红灯亮，这时在投入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元硬币并押下按钮后，饮料不送出来而且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元硬币也退出来；若有零钱找，则显示“零钱找完”的红灯灭，在送出饮料的同时退还</a:t>
            </a:r>
            <a:r>
              <a:rPr lang="en-US" altLang="zh-CN" sz="2800" b="1" dirty="0"/>
              <a:t>5</a:t>
            </a:r>
            <a:r>
              <a:rPr lang="zh-CN" altLang="en-US" sz="2800" b="1" dirty="0"/>
              <a:t>角硬币。</a:t>
            </a:r>
            <a:br>
              <a:rPr lang="en-US" altLang="zh-CN" sz="2800" b="1" dirty="0"/>
            </a:b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）分析这一段说明，列出原因和结果。</a:t>
            </a:r>
            <a:br>
              <a:rPr lang="en-US" altLang="zh-CN" sz="2800" b="1" dirty="0"/>
            </a:b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）画出因果图。</a:t>
            </a:r>
            <a:br>
              <a:rPr lang="en-US" altLang="zh-CN" sz="2800" b="1" dirty="0"/>
            </a:b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）列出判定表。</a:t>
            </a:r>
            <a:br>
              <a:rPr lang="en-US" altLang="zh-CN" sz="2800" b="1" dirty="0"/>
            </a:br>
            <a:r>
              <a:rPr lang="zh-CN" altLang="en-US" sz="2800" b="1" dirty="0"/>
              <a:t>（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）写出全部的</a:t>
            </a:r>
            <a:r>
              <a:rPr lang="zh-CN" altLang="en-US" sz="2800" b="1"/>
              <a:t>测试用例。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548680"/>
            <a:ext cx="8568952" cy="2304256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altLang="zh-CN" sz="2800" b="1" dirty="0"/>
              <a:t>3-4  </a:t>
            </a:r>
            <a:r>
              <a:rPr lang="zh-CN" altLang="en-US" sz="2800" b="1" dirty="0"/>
              <a:t>针对三角形问题，假设</a:t>
            </a:r>
            <a:r>
              <a:rPr lang="en-US" altLang="zh-CN" sz="2800" b="1" dirty="0" err="1"/>
              <a:t>a,b,c</a:t>
            </a:r>
            <a:r>
              <a:rPr lang="en-US" altLang="zh-CN" sz="2800" b="1" dirty="0"/>
              <a:t>   3</a:t>
            </a:r>
            <a:r>
              <a:rPr lang="zh-CN" altLang="en-US" sz="2800" b="1" dirty="0"/>
              <a:t>个边的边界都是</a:t>
            </a:r>
            <a:r>
              <a:rPr lang="en-US" altLang="zh-CN" sz="2800" b="1" dirty="0"/>
              <a:t>1~200,</a:t>
            </a:r>
            <a:r>
              <a:rPr lang="zh-CN" altLang="en-US" sz="2800" b="1" dirty="0"/>
              <a:t>应用健壮性测试的方法，基于单缺陷假设，设计边界值测试数据，同时给出每一组数据的预期结果。</a:t>
            </a:r>
            <a:br>
              <a:rPr lang="en-US" altLang="zh-CN" sz="2800" b="1" dirty="0"/>
            </a:br>
            <a:endParaRPr lang="zh-CN" altLang="en-US" sz="28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主题​​</vt:lpstr>
      <vt:lpstr>3-2  有一个处理单价为5角钱的饮料的自动售货机软件测试用例的设计。其规格说明如下：若投入5角钱或1元钱的硬币，押下“橙汁”或“啤酒”的按钮，则相应的饮料就送出来，若售货机没有零钱找，则一个显示“零钱找完”的红灯亮，这时在投入1元硬币并押下按钮后，饮料不送出来而且1元硬币也退出来；若有零钱找，则显示“零钱找完”的红灯灭，在送出饮料的同时退还5角硬币。 （1）分析这一段说明，列出原因和结果。 （2）画出因果图。 （3）列出判定表。 （4）写出全部的测试用例。</vt:lpstr>
      <vt:lpstr>3-4  针对三角形问题，假设a,b,c   3个边的边界都是1~200,应用健壮性测试的方法，基于单缺陷假设，设计边界值测试数据，同时给出每一组数据的预期结果。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yulei@hfut.edu.cn</cp:lastModifiedBy>
  <cp:revision>44</cp:revision>
  <dcterms:created xsi:type="dcterms:W3CDTF">2018-11-22T08:56:00Z</dcterms:created>
  <dcterms:modified xsi:type="dcterms:W3CDTF">2026-03-19T14:39:37Z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28BC89D2573240C49036BCC1C8D9A85E_12</vt:lpwstr>
  </property>
  <property fmtid="{D5CDD505-2E9C-101B-9397-08002B2CF9AE}" pid="3" name="KSOProductBuildVer">
    <vt:lpwstr>2052-12.1.0.20784</vt:lpwstr>
  </property>
</Properties>
</file>