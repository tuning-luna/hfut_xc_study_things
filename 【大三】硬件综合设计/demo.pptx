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E233A4-7D6A-4E26-9F01-BCB2232CFD07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E6DF32-0189-4C16-BDFD-E00019402A65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FAAF06-62AB-4396-8691-520B6F67CE85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BB3DC-DEC8-46EE-8B68-702F805BD2DE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FEDA4D-2890-4E44-B09B-7EF9206F1ED9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A2578E-6801-4EB5-9AA0-F1EE6967478A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F2BC90-C5E9-4373-B9D1-C18D51DF61A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7FE373-8917-4EA1-BBB7-CA1BF5EF5A3D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042BBF-1434-497B-A512-B340D36A2B1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C570D1-756B-4A99-886D-CF0FDD47430A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DB23E9-A630-4D3D-99AF-D798F0B7B2C9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xxxx</a:t>
            </a:r>
            <a:br>
              <a:rPr sz="6000"/>
            </a:br>
            <a:br>
              <a:rPr sz="6000"/>
            </a:b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基于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MIPS32 </a:t>
            </a: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精简指令集架构或者自定义指令集，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完成一个单周期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CPU </a:t>
            </a: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的设计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项目根目录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/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├── 核心设计文件（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8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个）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cpu_top.v              # CPU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顶层模块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pc_register.v          # PC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寄存器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instruction_memory.v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指令存储器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control_unit.v 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控制单元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register_file.v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寄存器文件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alu_control.v          # 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控制单元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├── alu.v          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算术逻辑单元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└── data_memory.v  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数据存储器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├── 测试文件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└── testbench.v    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测试平台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├── 脚本文件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│   └── run.bat                #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运行脚本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单周期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CPU 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原理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定义：每条指令在一个时钟周期内完成所有阶段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五个阶段：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1.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取指（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IF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）：从指令存储器读取指令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2.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译码（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ID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）：解析指令字段，生成控制信号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3.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执行（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EX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执行运算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4.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访存（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MEM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）：访问数据存储器（仅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lw/sw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5.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写回（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WB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）：将结果写回寄存器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PC 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寄存器模块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(pc_register.v)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功能：存储程序计数器（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PC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），每个时钟周期更新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关键特性：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复位时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PC = 0x00000000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支持顺序执行、分支和跳转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时钟上升沿更新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指令存储器模块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(instruction_memory.v)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Char char="-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功能：存储程序指令，根据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PC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值读取指令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关键特性：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容量：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128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条指令（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512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字节）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预装载斐波那契数列计算程序 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字对齐访问（忽略地址低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位）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控制单元模块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(control_unit.v)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功能：根据指令操作码生成所有控制信号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输出控制信号：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reg_dst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：寄存器目标选择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jump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：跳转信号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branch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：分支信号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mem_read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：内存读信号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mem_to_reg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：数据源选择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alu_op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操作类型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mem_write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：内存写信号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alu_src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源选择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reg_write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：寄存器写使能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寄存器文件模块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(register_file.v)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440" y="2209320"/>
            <a:ext cx="7197840" cy="2282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spAutoFit/>
          </a:bodyPr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功能：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32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个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32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位通用寄存器，支持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读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写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关键特性：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-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寄存器恒为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（硬件实现）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-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读操作：组合逻辑（立即输出）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- </a:t>
            </a: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写操作：时序逻辑（时钟上升沿）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ALU 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控制单元模块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(alu_control.v)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功能：根据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ALU_OP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和功能码生成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控制信号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输入：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alu_op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：来自控制单元（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位）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funct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R-type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指令功能码（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6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位）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输出：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4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位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ALU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控制信号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ALU 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(alu.v)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功能：执行算术和逻辑运算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支持的运算：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- ADD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（加法）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- SUB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（减法）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AND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（按位与）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- OR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（按位或）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- SLT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（小于则置位）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- NOR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（或非）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输出：运算结果和零标志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数据存储器模块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(data_memory.v)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功能：存储和读取数据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关键特性：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容量：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256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个字（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1KB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字对齐访问（忽略地址低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位）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读操作：组合逻辑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写操作：时序逻辑（时钟上升沿）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CPU 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顶层模块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(cpu_top.v)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功能：整合所有子模块，实现单周期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CPU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的完整数据通路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关键功能：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连接所有子模块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实现数据通路（指令获取、译码、执行、访存、写回）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处理分支和跳转逻辑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 -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实现多路选择器（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MUX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）功能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图片 4" descr="图示&#10;&#10;AI 生成的内容可能不正确。"/>
          <p:cNvPicPr/>
          <p:nvPr/>
        </p:nvPicPr>
        <p:blipFill>
          <a:blip r:embed="rId1"/>
          <a:stretch/>
        </p:blipFill>
        <p:spPr>
          <a:xfrm>
            <a:off x="3430440" y="365040"/>
            <a:ext cx="4695840" cy="603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图片 4" descr="图示&#10;&#10;AI 生成的内容可能不正确。"/>
          <p:cNvPicPr/>
          <p:nvPr/>
        </p:nvPicPr>
        <p:blipFill>
          <a:blip r:embed="rId1"/>
          <a:stretch/>
        </p:blipFill>
        <p:spPr>
          <a:xfrm>
            <a:off x="3584880" y="590760"/>
            <a:ext cx="4648320" cy="59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图片 4" descr="图示&#10;&#10;AI 生成的内容可能不正确。"/>
          <p:cNvPicPr/>
          <p:nvPr/>
        </p:nvPicPr>
        <p:blipFill>
          <a:blip r:embed="rId1"/>
          <a:stretch/>
        </p:blipFill>
        <p:spPr>
          <a:xfrm>
            <a:off x="3821760" y="81000"/>
            <a:ext cx="424908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内容占位符 4" descr="文本&#10;&#10;AI 生成的内容可能不正确。"/>
          <p:cNvPicPr/>
          <p:nvPr/>
        </p:nvPicPr>
        <p:blipFill>
          <a:blip r:embed="rId1"/>
          <a:stretch/>
        </p:blipFill>
        <p:spPr>
          <a:xfrm>
            <a:off x="2337480" y="1273680"/>
            <a:ext cx="7516440" cy="430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图片 4" descr="文本&#10;&#10;AI 生成的内容可能不正确。"/>
          <p:cNvPicPr/>
          <p:nvPr/>
        </p:nvPicPr>
        <p:blipFill>
          <a:blip r:embed="rId1"/>
          <a:stretch/>
        </p:blipFill>
        <p:spPr>
          <a:xfrm>
            <a:off x="2016000" y="518400"/>
            <a:ext cx="7997400" cy="565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实现了一个基于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MIPS32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精简指令集的单周期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CPU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，通过模块化设计将复杂的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CPU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系统分解为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8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个功能明确的子模块，实现了从指令取指到写回的完整数据通路。项目支持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10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条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MIPS32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指令，涵盖了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R-type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、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I-type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和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J-type 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三种指令类型，能够正确执行斐波那契数列计算程序，并通过仿真验证了设计的正确性。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 pitchFamily="0" charset="1"/>
        <a:ea typeface=""/>
        <a:cs typeface=""/>
      </a:majorFont>
      <a:minorFont>
        <a:latin typeface="等线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LibreOffice/25.2.7.2$Windows_X86_64 LibreOffice_project/5cbfd1ab6520636bb5f7b99185aa69bd7456825d</Application>
  <AppVersion>15.0000</AppVersion>
  <Words>803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2026-01-05T12:05:11Z</dcterms:created>
  <dc:creator>Tuning Luna</dc:creator>
  <dc:description/>
  <dc:language>zh-CN</dc:language>
  <cp:lastModifiedBy/>
  <dcterms:modified xsi:type="dcterms:W3CDTF">2026-01-13T11:00:49Z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i4>20</vt:i4>
  </property>
</Properties>
</file>