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data1.xml" ContentType="application/vnd.openxmlformats-officedocument.drawingml.diagramData+xml"/>
  <Override PartName="/ppt/diagrams/colors1.xml" ContentType="application/vnd.openxmlformats-officedocument.drawingml.diagramColors+xml"/>
  <Override PartName="/ppt/diagrams/layout1.xml" ContentType="application/vnd.openxmlformats-officedocument.drawingml.diagramLayout+xml"/>
  <Override PartName="/ppt/diagrams/quickStyle1.xml" ContentType="application/vnd.openxmlformats-officedocument.drawingml.diagramStyle+xml"/>
  <Override PartName="/ppt/notesSlides/notesSlide54.xml" ContentType="application/vnd.openxmlformats-officedocument.presentationml.notesSlide+xml"/>
  <Override PartName="/ppt/notesSlides/notesSlide1.xml" ContentType="application/vnd.openxmlformats-officedocument.presentationml.notesSlide+xml"/>
  <Override PartName="/ppt/notesSlides/notesSlide53.xml" ContentType="application/vnd.openxmlformats-officedocument.presentationml.notesSlide+xml"/>
  <Override PartName="/ppt/notesSlides/notesSlide2.xml" ContentType="application/vnd.openxmlformats-officedocument.presentationml.notesSlide+xml"/>
  <Override PartName="/ppt/notesSlides/notesSlide56.xml" ContentType="application/vnd.openxmlformats-officedocument.presentationml.notesSlide+xml"/>
  <Override PartName="/ppt/notesSlides/notesSlide3.xml" ContentType="application/vnd.openxmlformats-officedocument.presentationml.notesSlide+xml"/>
  <Override PartName="/ppt/notesSlides/notesSlide5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3.xml" ContentType="application/vnd.openxmlformats-officedocument.presentationml.notesSlide+xml"/>
  <Override PartName="/ppt/notesSlides/notesSlide58.xml" ContentType="application/vnd.openxmlformats-officedocument.presentationml.notesSlide+xml"/>
  <Override PartName="/ppt/notesSlides/notesSlide7.xml" ContentType="application/vnd.openxmlformats-officedocument.presentationml.notesSlide+xml"/>
  <Override PartName="/ppt/notesSlides/notesSlide62.xml" ContentType="application/vnd.openxmlformats-officedocument.presentationml.notesSlide+xml"/>
  <Override PartName="/ppt/notesSlides/notesSlide5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7C9DCC-63CD-4242-A6A7-C08408E05AA0}" type="doc">
      <dgm:prSet loTypeId="urn:microsoft.com/office/officeart/2005/8/layout/cycle8" loCatId="cycle" qsTypeId="urn:microsoft.com/office/officeart/2005/8/quickstyle/simple1" qsCatId="simple" csTypeId="urn:microsoft.com/office/officeart/2005/8/colors/accent1_3" csCatId="accent1" phldr="1"/>
      <dgm:spPr/>
    </dgm:pt>
    <dgm:pt modelId="{DF5F1B8D-A11F-46CB-AB4A-E49A1F7FBFD6}">
      <dgm:prSet phldrT="[文本]" custT="1"/>
      <dgm:spPr/>
      <dgm:t>
        <a:bodyPr/>
        <a:lstStyle/>
        <a:p>
          <a:r>
            <a:rPr lang="zh-CN" altLang="en-US" sz="1600" dirty="0" smtClean="0"/>
            <a:t>用户试用并评估该原型，直接向设计者表述对界面的评价</a:t>
          </a:r>
          <a:endParaRPr lang="zh-CN" altLang="en-US" sz="1600" dirty="0"/>
        </a:p>
      </dgm:t>
    </dgm:pt>
    <dgm:pt modelId="{EA114AF8-4FD9-4009-9ED6-933A8DDE8E30}" type="parTrans" cxnId="{C4FD2F0F-5ABD-4DC3-B290-97353C39D59C}">
      <dgm:prSet/>
      <dgm:spPr/>
      <dgm:t>
        <a:bodyPr/>
        <a:lstStyle/>
        <a:p>
          <a:endParaRPr lang="zh-CN" altLang="en-US"/>
        </a:p>
      </dgm:t>
    </dgm:pt>
    <dgm:pt modelId="{0EBC35E7-EF8A-4925-8450-6129F4798EC8}" type="sibTrans" cxnId="{C4FD2F0F-5ABD-4DC3-B290-97353C39D59C}">
      <dgm:prSet/>
      <dgm:spPr/>
      <dgm:t>
        <a:bodyPr/>
        <a:lstStyle/>
        <a:p>
          <a:endParaRPr lang="zh-CN" altLang="en-US"/>
        </a:p>
      </dgm:t>
    </dgm:pt>
    <dgm:pt modelId="{8587A737-09EC-45CA-8AD2-011C100B8F95}">
      <dgm:prSet phldrT="[文本]"/>
      <dgm:spPr/>
      <dgm:t>
        <a:bodyPr/>
        <a:lstStyle/>
        <a:p>
          <a:r>
            <a:rPr lang="zh-CN" altLang="en-US" dirty="0" smtClean="0"/>
            <a:t>设计者根据用户意见修改设计并实现下一级原型</a:t>
          </a:r>
          <a:endParaRPr lang="zh-CN" altLang="en-US" dirty="0"/>
        </a:p>
      </dgm:t>
    </dgm:pt>
    <dgm:pt modelId="{54BA9F51-99DE-4E0C-B7F2-3D408CB34772}" type="parTrans" cxnId="{CD84D63B-9647-44B8-B3CB-0D21B5595F51}">
      <dgm:prSet/>
      <dgm:spPr/>
      <dgm:t>
        <a:bodyPr/>
        <a:lstStyle/>
        <a:p>
          <a:endParaRPr lang="zh-CN" altLang="en-US"/>
        </a:p>
      </dgm:t>
    </dgm:pt>
    <dgm:pt modelId="{3F8D2277-6B35-453D-ADF1-C99C31D0821F}" type="sibTrans" cxnId="{CD84D63B-9647-44B8-B3CB-0D21B5595F51}">
      <dgm:prSet/>
      <dgm:spPr/>
      <dgm:t>
        <a:bodyPr/>
        <a:lstStyle/>
        <a:p>
          <a:endParaRPr lang="zh-CN" altLang="en-US"/>
        </a:p>
      </dgm:t>
    </dgm:pt>
    <dgm:pt modelId="{B3C021CB-4599-4906-86BC-768A412859B5}">
      <dgm:prSet phldrT="[文本]" custT="1"/>
      <dgm:spPr/>
      <dgm:t>
        <a:bodyPr/>
        <a:lstStyle/>
        <a:p>
          <a:r>
            <a:rPr lang="zh-CN" altLang="en-US" sz="1600" dirty="0" smtClean="0"/>
            <a:t>完成初步设计之后就创建第一级原型</a:t>
          </a:r>
          <a:endParaRPr lang="zh-CN" altLang="en-US" sz="1600" dirty="0"/>
        </a:p>
      </dgm:t>
    </dgm:pt>
    <dgm:pt modelId="{CA4FF8E8-01B4-42D5-8081-0E873A354839}" type="parTrans" cxnId="{E2B41E58-A45B-4E9C-AC4A-ECA0688FE471}">
      <dgm:prSet/>
      <dgm:spPr/>
      <dgm:t>
        <a:bodyPr/>
        <a:lstStyle/>
        <a:p>
          <a:endParaRPr lang="zh-CN" altLang="en-US"/>
        </a:p>
      </dgm:t>
    </dgm:pt>
    <dgm:pt modelId="{4A908995-24F7-46E2-AB41-278ECFBA7D7D}" type="sibTrans" cxnId="{E2B41E58-A45B-4E9C-AC4A-ECA0688FE471}">
      <dgm:prSet/>
      <dgm:spPr/>
      <dgm:t>
        <a:bodyPr/>
        <a:lstStyle/>
        <a:p>
          <a:endParaRPr lang="zh-CN" altLang="en-US"/>
        </a:p>
      </dgm:t>
    </dgm:pt>
    <dgm:pt modelId="{27E51608-7DDB-4D15-A24D-CDA06421D84A}" type="pres">
      <dgm:prSet presAssocID="{0E7C9DCC-63CD-4242-A6A7-C08408E05AA0}" presName="compositeShape" presStyleCnt="0">
        <dgm:presLayoutVars>
          <dgm:chMax val="7"/>
          <dgm:dir/>
          <dgm:resizeHandles val="exact"/>
        </dgm:presLayoutVars>
      </dgm:prSet>
      <dgm:spPr/>
    </dgm:pt>
    <dgm:pt modelId="{9EAD7992-02A3-4F7A-BEDE-B8356FF17D81}" type="pres">
      <dgm:prSet presAssocID="{0E7C9DCC-63CD-4242-A6A7-C08408E05AA0}" presName="wedge1" presStyleLbl="node1" presStyleIdx="0" presStyleCnt="3"/>
      <dgm:spPr/>
      <dgm:t>
        <a:bodyPr/>
        <a:lstStyle/>
        <a:p>
          <a:endParaRPr lang="zh-CN" altLang="en-US"/>
        </a:p>
      </dgm:t>
    </dgm:pt>
    <dgm:pt modelId="{B023CCF6-284C-4760-B8A2-0102D3EEAD6F}" type="pres">
      <dgm:prSet presAssocID="{0E7C9DCC-63CD-4242-A6A7-C08408E05AA0}" presName="dummy1a" presStyleCnt="0"/>
      <dgm:spPr/>
    </dgm:pt>
    <dgm:pt modelId="{AADA2384-1DEF-44F7-90DE-240DB327DDA1}" type="pres">
      <dgm:prSet presAssocID="{0E7C9DCC-63CD-4242-A6A7-C08408E05AA0}" presName="dummy1b" presStyleCnt="0"/>
      <dgm:spPr/>
    </dgm:pt>
    <dgm:pt modelId="{30986019-4538-4194-A4BC-5636994FA5F4}" type="pres">
      <dgm:prSet presAssocID="{0E7C9DCC-63CD-4242-A6A7-C08408E05AA0}" presName="wedge1Tx" presStyleLbl="node1" presStyleIdx="0" presStyleCnt="3">
        <dgm:presLayoutVars>
          <dgm:chMax val="0"/>
          <dgm:chPref val="0"/>
          <dgm:bulletEnabled val="1"/>
        </dgm:presLayoutVars>
      </dgm:prSet>
      <dgm:spPr/>
      <dgm:t>
        <a:bodyPr/>
        <a:lstStyle/>
        <a:p>
          <a:endParaRPr lang="zh-CN" altLang="en-US"/>
        </a:p>
      </dgm:t>
    </dgm:pt>
    <dgm:pt modelId="{1DD4C7EE-C3CE-49C9-8B6C-DF8E3BB46C0E}" type="pres">
      <dgm:prSet presAssocID="{0E7C9DCC-63CD-4242-A6A7-C08408E05AA0}" presName="wedge2" presStyleLbl="node1" presStyleIdx="1" presStyleCnt="3"/>
      <dgm:spPr/>
      <dgm:t>
        <a:bodyPr/>
        <a:lstStyle/>
        <a:p>
          <a:endParaRPr lang="zh-CN" altLang="en-US"/>
        </a:p>
      </dgm:t>
    </dgm:pt>
    <dgm:pt modelId="{29F4B4B1-6206-4523-B993-CD7ABE478FE4}" type="pres">
      <dgm:prSet presAssocID="{0E7C9DCC-63CD-4242-A6A7-C08408E05AA0}" presName="dummy2a" presStyleCnt="0"/>
      <dgm:spPr/>
    </dgm:pt>
    <dgm:pt modelId="{4F5300B8-F9A7-4436-9BD4-8785320DD1F5}" type="pres">
      <dgm:prSet presAssocID="{0E7C9DCC-63CD-4242-A6A7-C08408E05AA0}" presName="dummy2b" presStyleCnt="0"/>
      <dgm:spPr/>
    </dgm:pt>
    <dgm:pt modelId="{6DA4F578-0FEB-440A-89E2-A4A038E00A81}" type="pres">
      <dgm:prSet presAssocID="{0E7C9DCC-63CD-4242-A6A7-C08408E05AA0}" presName="wedge2Tx" presStyleLbl="node1" presStyleIdx="1" presStyleCnt="3">
        <dgm:presLayoutVars>
          <dgm:chMax val="0"/>
          <dgm:chPref val="0"/>
          <dgm:bulletEnabled val="1"/>
        </dgm:presLayoutVars>
      </dgm:prSet>
      <dgm:spPr/>
      <dgm:t>
        <a:bodyPr/>
        <a:lstStyle/>
        <a:p>
          <a:endParaRPr lang="zh-CN" altLang="en-US"/>
        </a:p>
      </dgm:t>
    </dgm:pt>
    <dgm:pt modelId="{55D7E656-2AB2-43CE-8E06-2D0794259E7C}" type="pres">
      <dgm:prSet presAssocID="{0E7C9DCC-63CD-4242-A6A7-C08408E05AA0}" presName="wedge3" presStyleLbl="node1" presStyleIdx="2" presStyleCnt="3"/>
      <dgm:spPr/>
      <dgm:t>
        <a:bodyPr/>
        <a:lstStyle/>
        <a:p>
          <a:endParaRPr lang="zh-CN" altLang="en-US"/>
        </a:p>
      </dgm:t>
    </dgm:pt>
    <dgm:pt modelId="{155322B8-738C-46B1-B1A4-D86F1917ED6A}" type="pres">
      <dgm:prSet presAssocID="{0E7C9DCC-63CD-4242-A6A7-C08408E05AA0}" presName="dummy3a" presStyleCnt="0"/>
      <dgm:spPr/>
    </dgm:pt>
    <dgm:pt modelId="{90F69BB9-E0C2-4001-B20D-2E79729F1F31}" type="pres">
      <dgm:prSet presAssocID="{0E7C9DCC-63CD-4242-A6A7-C08408E05AA0}" presName="dummy3b" presStyleCnt="0"/>
      <dgm:spPr/>
    </dgm:pt>
    <dgm:pt modelId="{F6A749A5-7B2E-46A9-AC14-57366B607912}" type="pres">
      <dgm:prSet presAssocID="{0E7C9DCC-63CD-4242-A6A7-C08408E05AA0}" presName="wedge3Tx" presStyleLbl="node1" presStyleIdx="2" presStyleCnt="3">
        <dgm:presLayoutVars>
          <dgm:chMax val="0"/>
          <dgm:chPref val="0"/>
          <dgm:bulletEnabled val="1"/>
        </dgm:presLayoutVars>
      </dgm:prSet>
      <dgm:spPr/>
      <dgm:t>
        <a:bodyPr/>
        <a:lstStyle/>
        <a:p>
          <a:endParaRPr lang="zh-CN" altLang="en-US"/>
        </a:p>
      </dgm:t>
    </dgm:pt>
    <dgm:pt modelId="{593C9C0D-93C7-42FB-A0FD-FA6F6393CB95}" type="pres">
      <dgm:prSet presAssocID="{0EBC35E7-EF8A-4925-8450-6129F4798EC8}" presName="arrowWedge1" presStyleLbl="fgSibTrans2D1" presStyleIdx="0" presStyleCnt="3"/>
      <dgm:spPr/>
    </dgm:pt>
    <dgm:pt modelId="{ABB82F4D-2044-40B6-AF91-B06BB5308881}" type="pres">
      <dgm:prSet presAssocID="{3F8D2277-6B35-453D-ADF1-C99C31D0821F}" presName="arrowWedge2" presStyleLbl="fgSibTrans2D1" presStyleIdx="1" presStyleCnt="3"/>
      <dgm:spPr/>
    </dgm:pt>
    <dgm:pt modelId="{29434E05-88B7-4791-9959-B4E3FF4E3942}" type="pres">
      <dgm:prSet presAssocID="{4A908995-24F7-46E2-AB41-278ECFBA7D7D}" presName="arrowWedge3" presStyleLbl="fgSibTrans2D1" presStyleIdx="2" presStyleCnt="3"/>
      <dgm:spPr/>
    </dgm:pt>
  </dgm:ptLst>
  <dgm:cxnLst>
    <dgm:cxn modelId="{A5C41772-22DD-4A44-A134-9C1C35E09573}" type="presOf" srcId="{B3C021CB-4599-4906-86BC-768A412859B5}" destId="{F6A749A5-7B2E-46A9-AC14-57366B607912}" srcOrd="1" destOrd="0" presId="urn:microsoft.com/office/officeart/2005/8/layout/cycle8"/>
    <dgm:cxn modelId="{37685B00-BAC7-4B81-8F20-7EA3F198C036}" type="presOf" srcId="{B3C021CB-4599-4906-86BC-768A412859B5}" destId="{55D7E656-2AB2-43CE-8E06-2D0794259E7C}" srcOrd="0" destOrd="0" presId="urn:microsoft.com/office/officeart/2005/8/layout/cycle8"/>
    <dgm:cxn modelId="{D3E5FA23-F823-4B08-A931-6DA7BD541CAE}" type="presOf" srcId="{DF5F1B8D-A11F-46CB-AB4A-E49A1F7FBFD6}" destId="{30986019-4538-4194-A4BC-5636994FA5F4}" srcOrd="1" destOrd="0" presId="urn:microsoft.com/office/officeart/2005/8/layout/cycle8"/>
    <dgm:cxn modelId="{E4E6891B-EBA4-429E-AC26-706FF9135918}" type="presOf" srcId="{8587A737-09EC-45CA-8AD2-011C100B8F95}" destId="{6DA4F578-0FEB-440A-89E2-A4A038E00A81}" srcOrd="1" destOrd="0" presId="urn:microsoft.com/office/officeart/2005/8/layout/cycle8"/>
    <dgm:cxn modelId="{C4FD2F0F-5ABD-4DC3-B290-97353C39D59C}" srcId="{0E7C9DCC-63CD-4242-A6A7-C08408E05AA0}" destId="{DF5F1B8D-A11F-46CB-AB4A-E49A1F7FBFD6}" srcOrd="0" destOrd="0" parTransId="{EA114AF8-4FD9-4009-9ED6-933A8DDE8E30}" sibTransId="{0EBC35E7-EF8A-4925-8450-6129F4798EC8}"/>
    <dgm:cxn modelId="{A0AC3EA8-118E-4A6A-90CC-CC8AD8E6ACB8}" type="presOf" srcId="{DF5F1B8D-A11F-46CB-AB4A-E49A1F7FBFD6}" destId="{9EAD7992-02A3-4F7A-BEDE-B8356FF17D81}" srcOrd="0" destOrd="0" presId="urn:microsoft.com/office/officeart/2005/8/layout/cycle8"/>
    <dgm:cxn modelId="{E2B41E58-A45B-4E9C-AC4A-ECA0688FE471}" srcId="{0E7C9DCC-63CD-4242-A6A7-C08408E05AA0}" destId="{B3C021CB-4599-4906-86BC-768A412859B5}" srcOrd="2" destOrd="0" parTransId="{CA4FF8E8-01B4-42D5-8081-0E873A354839}" sibTransId="{4A908995-24F7-46E2-AB41-278ECFBA7D7D}"/>
    <dgm:cxn modelId="{CD84D63B-9647-44B8-B3CB-0D21B5595F51}" srcId="{0E7C9DCC-63CD-4242-A6A7-C08408E05AA0}" destId="{8587A737-09EC-45CA-8AD2-011C100B8F95}" srcOrd="1" destOrd="0" parTransId="{54BA9F51-99DE-4E0C-B7F2-3D408CB34772}" sibTransId="{3F8D2277-6B35-453D-ADF1-C99C31D0821F}"/>
    <dgm:cxn modelId="{B10818B1-F460-483D-B699-2EF6624AD371}" type="presOf" srcId="{0E7C9DCC-63CD-4242-A6A7-C08408E05AA0}" destId="{27E51608-7DDB-4D15-A24D-CDA06421D84A}" srcOrd="0" destOrd="0" presId="urn:microsoft.com/office/officeart/2005/8/layout/cycle8"/>
    <dgm:cxn modelId="{33120C62-2711-4EEE-AA4C-6B399308E416}" type="presOf" srcId="{8587A737-09EC-45CA-8AD2-011C100B8F95}" destId="{1DD4C7EE-C3CE-49C9-8B6C-DF8E3BB46C0E}" srcOrd="0" destOrd="0" presId="urn:microsoft.com/office/officeart/2005/8/layout/cycle8"/>
    <dgm:cxn modelId="{093631E5-025F-47D9-966A-A3B2075F3CD0}" type="presParOf" srcId="{27E51608-7DDB-4D15-A24D-CDA06421D84A}" destId="{9EAD7992-02A3-4F7A-BEDE-B8356FF17D81}" srcOrd="0" destOrd="0" presId="urn:microsoft.com/office/officeart/2005/8/layout/cycle8"/>
    <dgm:cxn modelId="{7B7F5903-A18A-4180-AC3B-C819CF5B79D7}" type="presParOf" srcId="{27E51608-7DDB-4D15-A24D-CDA06421D84A}" destId="{B023CCF6-284C-4760-B8A2-0102D3EEAD6F}" srcOrd="1" destOrd="0" presId="urn:microsoft.com/office/officeart/2005/8/layout/cycle8"/>
    <dgm:cxn modelId="{086FAFF9-E65C-4B24-8BF3-71997DCB58C8}" type="presParOf" srcId="{27E51608-7DDB-4D15-A24D-CDA06421D84A}" destId="{AADA2384-1DEF-44F7-90DE-240DB327DDA1}" srcOrd="2" destOrd="0" presId="urn:microsoft.com/office/officeart/2005/8/layout/cycle8"/>
    <dgm:cxn modelId="{66A4C05F-7E34-4437-97A0-EC7D003DFAF2}" type="presParOf" srcId="{27E51608-7DDB-4D15-A24D-CDA06421D84A}" destId="{30986019-4538-4194-A4BC-5636994FA5F4}" srcOrd="3" destOrd="0" presId="urn:microsoft.com/office/officeart/2005/8/layout/cycle8"/>
    <dgm:cxn modelId="{3D313E94-2DE8-4C0F-AF0D-B0F0CED8B518}" type="presParOf" srcId="{27E51608-7DDB-4D15-A24D-CDA06421D84A}" destId="{1DD4C7EE-C3CE-49C9-8B6C-DF8E3BB46C0E}" srcOrd="4" destOrd="0" presId="urn:microsoft.com/office/officeart/2005/8/layout/cycle8"/>
    <dgm:cxn modelId="{79353079-F78E-4D76-8E02-2BD73F7B6AEA}" type="presParOf" srcId="{27E51608-7DDB-4D15-A24D-CDA06421D84A}" destId="{29F4B4B1-6206-4523-B993-CD7ABE478FE4}" srcOrd="5" destOrd="0" presId="urn:microsoft.com/office/officeart/2005/8/layout/cycle8"/>
    <dgm:cxn modelId="{BB456D5B-88AB-423E-9F4A-B54C6BD10AEF}" type="presParOf" srcId="{27E51608-7DDB-4D15-A24D-CDA06421D84A}" destId="{4F5300B8-F9A7-4436-9BD4-8785320DD1F5}" srcOrd="6" destOrd="0" presId="urn:microsoft.com/office/officeart/2005/8/layout/cycle8"/>
    <dgm:cxn modelId="{58A868A9-E066-4651-AF61-8E7E4B714F08}" type="presParOf" srcId="{27E51608-7DDB-4D15-A24D-CDA06421D84A}" destId="{6DA4F578-0FEB-440A-89E2-A4A038E00A81}" srcOrd="7" destOrd="0" presId="urn:microsoft.com/office/officeart/2005/8/layout/cycle8"/>
    <dgm:cxn modelId="{AF70BF8A-8F18-476A-85B3-486A10141B7F}" type="presParOf" srcId="{27E51608-7DDB-4D15-A24D-CDA06421D84A}" destId="{55D7E656-2AB2-43CE-8E06-2D0794259E7C}" srcOrd="8" destOrd="0" presId="urn:microsoft.com/office/officeart/2005/8/layout/cycle8"/>
    <dgm:cxn modelId="{AD0C40A1-5FDD-4BC0-9D59-8D87F133BCEA}" type="presParOf" srcId="{27E51608-7DDB-4D15-A24D-CDA06421D84A}" destId="{155322B8-738C-46B1-B1A4-D86F1917ED6A}" srcOrd="9" destOrd="0" presId="urn:microsoft.com/office/officeart/2005/8/layout/cycle8"/>
    <dgm:cxn modelId="{291E7624-2178-4A52-A2A5-7F2DE7B70178}" type="presParOf" srcId="{27E51608-7DDB-4D15-A24D-CDA06421D84A}" destId="{90F69BB9-E0C2-4001-B20D-2E79729F1F31}" srcOrd="10" destOrd="0" presId="urn:microsoft.com/office/officeart/2005/8/layout/cycle8"/>
    <dgm:cxn modelId="{448675EC-5EE8-4E45-A711-A40A903B43BB}" type="presParOf" srcId="{27E51608-7DDB-4D15-A24D-CDA06421D84A}" destId="{F6A749A5-7B2E-46A9-AC14-57366B607912}" srcOrd="11" destOrd="0" presId="urn:microsoft.com/office/officeart/2005/8/layout/cycle8"/>
    <dgm:cxn modelId="{87E6F2C3-CCBF-4B00-A8FD-30B4D3C1EC66}" type="presParOf" srcId="{27E51608-7DDB-4D15-A24D-CDA06421D84A}" destId="{593C9C0D-93C7-42FB-A0FD-FA6F6393CB95}" srcOrd="12" destOrd="0" presId="urn:microsoft.com/office/officeart/2005/8/layout/cycle8"/>
    <dgm:cxn modelId="{D5607809-D20B-4394-AB77-B1DEA84E714C}" type="presParOf" srcId="{27E51608-7DDB-4D15-A24D-CDA06421D84A}" destId="{ABB82F4D-2044-40B6-AF91-B06BB5308881}" srcOrd="13" destOrd="0" presId="urn:microsoft.com/office/officeart/2005/8/layout/cycle8"/>
    <dgm:cxn modelId="{6D98CFC9-43DC-4FBA-BBC7-1E62EDC72E2E}" type="presParOf" srcId="{27E51608-7DDB-4D15-A24D-CDA06421D84A}" destId="{29434E05-88B7-4791-9959-B4E3FF4E3942}"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zh-CN" sz="4400" b="0" u="none" strike="noStrike">
                <a:solidFill>
                  <a:schemeClr val="dk1"/>
                </a:solidFill>
                <a:effectLst/>
                <a:uFillTx/>
                <a:latin typeface="Arial"/>
              </a:rPr>
              <a:t>单击以移动幻灯片</a:t>
            </a:r>
            <a:endParaRPr lang="es-ES" sz="4400" b="0" u="none" strike="noStrike">
              <a:solidFill>
                <a:schemeClr val="dk1"/>
              </a:solidFill>
              <a:effectLst/>
              <a:uFillTx/>
              <a:latin typeface="Arial"/>
            </a:endParaRPr>
          </a:p>
        </p:txBody>
      </p:sp>
      <p:sp>
        <p:nvSpPr>
          <p:cNvPr id="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&lt;页眉&gt;</a:t>
            </a:r>
            <a:endParaRPr lang="en-US" sz="1400" b="0" u="none" strike="noStrike">
              <a:solidFill>
                <a:srgbClr val="000000"/>
              </a:solidFill>
              <a:effectLst/>
              <a:uFillTx/>
              <a:latin typeface="Times New Roman"/>
            </a:endParaRPr>
          </a:p>
        </p:txBody>
      </p:sp>
      <p:sp>
        <p:nvSpPr>
          <p:cNvPr id="31" name="PlaceHolder 4"/>
          <p:cNvSpPr>
            <a:spLocks noGrp="1"/>
          </p:cNvSpPr>
          <p:nvPr>
            <p:ph type="dt" idx="8"/>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endParaRPr lang="en-US" sz="1400" b="0" u="none" strike="noStrike">
              <a:solidFill>
                <a:srgbClr val="000000"/>
              </a:solidFill>
              <a:effectLst/>
              <a:uFillTx/>
              <a:latin typeface="Times New Roman"/>
            </a:endParaRPr>
          </a:p>
        </p:txBody>
      </p:sp>
      <p:sp>
        <p:nvSpPr>
          <p:cNvPr id="32" name="PlaceHolder 5"/>
          <p:cNvSpPr>
            <a:spLocks noGrp="1"/>
          </p:cNvSpPr>
          <p:nvPr>
            <p:ph type="ftr" idx="9"/>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33" name="PlaceHolder 6"/>
          <p:cNvSpPr>
            <a:spLocks noGrp="1"/>
          </p:cNvSpPr>
          <p:nvPr>
            <p:ph type="sldNum" idx="10"/>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A29B10A7-D6F8-419D-A21C-758BBBCA8C6F}" type="slidenum">
              <a:rPr lang="en-US" sz="1400" b="0" u="none" strike="noStrike">
                <a:solidFill>
                  <a:srgbClr val="000000"/>
                </a:solidFill>
                <a:effectLst/>
                <a:uFillTx/>
                <a:latin typeface="Times New Roman"/>
              </a:rPr>
              <a:t>&lt;编号&gt;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1143000" y="685800"/>
            <a:ext cx="4571640" cy="3428640"/>
          </a:xfrm>
          <a:prstGeom prst="rect">
            <a:avLst/>
          </a:prstGeom>
          <a:ln w="0">
            <a:noFill/>
          </a:ln>
        </p:spPr>
      </p:sp>
      <p:sp>
        <p:nvSpPr>
          <p:cNvPr id="47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3" name="PlaceHolder 3"/>
          <p:cNvSpPr>
            <a:spLocks noGrp="1"/>
          </p:cNvSpPr>
          <p:nvPr>
            <p:ph type="sldNum" idx="1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76BC23-7BC6-4843-9FAD-C131740A993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1143000" y="685800"/>
            <a:ext cx="4571640" cy="3428640"/>
          </a:xfrm>
          <a:prstGeom prst="rect">
            <a:avLst/>
          </a:prstGeom>
          <a:ln w="0">
            <a:noFill/>
          </a:ln>
        </p:spPr>
      </p:sp>
      <p:sp>
        <p:nvSpPr>
          <p:cNvPr id="47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二义性例子：“操作员标识由操作员姓名和密码组成，密码由</a:t>
            </a:r>
            <a:r>
              <a:rPr lang="en-US" sz="2000" b="0" u="none" strike="noStrike">
                <a:solidFill>
                  <a:srgbClr val="000000"/>
                </a:solidFill>
                <a:effectLst/>
                <a:uFillTx/>
                <a:latin typeface="Arial"/>
              </a:rPr>
              <a:t>6</a:t>
            </a:r>
            <a:r>
              <a:rPr lang="zh-CN" sz="2000" b="0" u="none" strike="noStrike">
                <a:solidFill>
                  <a:srgbClr val="000000"/>
                </a:solidFill>
                <a:effectLst/>
                <a:uFillTx/>
                <a:latin typeface="Arial"/>
              </a:rPr>
              <a:t>位数字构成。当操作员登录进系统时它被存放在注册文件中。”</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在上面这段陈述中，“它”到底代表“密码”还是“操作员标识”，不同的人往往有不同的理解。</a:t>
            </a:r>
            <a:endParaRPr lang="en-US" sz="2000" b="0" u="none" strike="noStrike">
              <a:solidFill>
                <a:srgbClr val="000000"/>
              </a:solidFill>
              <a:effectLst/>
              <a:uFillTx/>
              <a:latin typeface="Arial"/>
            </a:endParaRPr>
          </a:p>
        </p:txBody>
      </p:sp>
      <p:sp>
        <p:nvSpPr>
          <p:cNvPr id="476" name="PlaceHolder 3"/>
          <p:cNvSpPr>
            <a:spLocks noGrp="1"/>
          </p:cNvSpPr>
          <p:nvPr>
            <p:ph type="sldNum" idx="1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83D13B7-A000-421B-B47F-C1414088BDA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1143000" y="685800"/>
            <a:ext cx="4571640" cy="3428640"/>
          </a:xfrm>
          <a:prstGeom prst="rect">
            <a:avLst/>
          </a:prstGeom>
          <a:ln w="0">
            <a:noFill/>
          </a:ln>
        </p:spPr>
      </p:sp>
      <p:sp>
        <p:nvSpPr>
          <p:cNvPr id="47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9" name="PlaceHolder 3"/>
          <p:cNvSpPr>
            <a:spLocks noGrp="1"/>
          </p:cNvSpPr>
          <p:nvPr>
            <p:ph type="sldNum" idx="1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E2027B7-BEB9-47E9-A72C-DCE726B5A54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1143000" y="685800"/>
            <a:ext cx="4571640" cy="3428640"/>
          </a:xfrm>
          <a:prstGeom prst="rect">
            <a:avLst/>
          </a:prstGeom>
          <a:ln w="0">
            <a:noFill/>
          </a:ln>
        </p:spPr>
      </p:sp>
      <p:sp>
        <p:nvSpPr>
          <p:cNvPr id="48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2" name="PlaceHolder 3"/>
          <p:cNvSpPr>
            <a:spLocks noGrp="1"/>
          </p:cNvSpPr>
          <p:nvPr>
            <p:ph type="sldNum" idx="1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DB8FE2-1451-40A3-90D4-9DF36D94958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1143000" y="685800"/>
            <a:ext cx="4571640" cy="3428640"/>
          </a:xfrm>
          <a:prstGeom prst="rect">
            <a:avLst/>
          </a:prstGeom>
          <a:ln w="0">
            <a:noFill/>
          </a:ln>
        </p:spPr>
      </p:sp>
      <p:sp>
        <p:nvSpPr>
          <p:cNvPr id="48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5" name="PlaceHolder 3"/>
          <p:cNvSpPr>
            <a:spLocks noGrp="1"/>
          </p:cNvSpPr>
          <p:nvPr>
            <p:ph type="sldNum" idx="1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6060061-F149-43E4-8F90-5B55B5895B3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1143000" y="685800"/>
            <a:ext cx="4571640" cy="3428640"/>
          </a:xfrm>
          <a:prstGeom prst="rect">
            <a:avLst/>
          </a:prstGeom>
          <a:ln w="0">
            <a:noFill/>
          </a:ln>
        </p:spPr>
      </p:sp>
      <p:sp>
        <p:nvSpPr>
          <p:cNvPr id="48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8" name="PlaceHolder 3"/>
          <p:cNvSpPr>
            <a:spLocks noGrp="1"/>
          </p:cNvSpPr>
          <p:nvPr>
            <p:ph type="sldNum" idx="1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080580-2FCE-4ED1-B4C1-55F3ED41753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1143000" y="685800"/>
            <a:ext cx="4571640" cy="3428640"/>
          </a:xfrm>
          <a:prstGeom prst="rect">
            <a:avLst/>
          </a:prstGeom>
          <a:ln w="0">
            <a:noFill/>
          </a:ln>
        </p:spPr>
      </p:sp>
      <p:sp>
        <p:nvSpPr>
          <p:cNvPr id="49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1" name="PlaceHolder 3"/>
          <p:cNvSpPr>
            <a:spLocks noGrp="1"/>
          </p:cNvSpPr>
          <p:nvPr>
            <p:ph type="sldNum" idx="1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D66B956-1E72-40AC-9C35-23357FAB9E2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1143000" y="685800"/>
            <a:ext cx="4571640" cy="3428640"/>
          </a:xfrm>
          <a:prstGeom prst="rect">
            <a:avLst/>
          </a:prstGeom>
          <a:ln w="0">
            <a:noFill/>
          </a:ln>
        </p:spPr>
      </p:sp>
      <p:sp>
        <p:nvSpPr>
          <p:cNvPr id="49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4" name="PlaceHolder 3"/>
          <p:cNvSpPr>
            <a:spLocks noGrp="1"/>
          </p:cNvSpPr>
          <p:nvPr>
            <p:ph type="sldNum" idx="1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8A7203-906B-4781-A1DB-0D8A3F045B5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1143000" y="685800"/>
            <a:ext cx="4571640" cy="3428640"/>
          </a:xfrm>
          <a:prstGeom prst="rect">
            <a:avLst/>
          </a:prstGeom>
          <a:ln w="0">
            <a:noFill/>
          </a:ln>
        </p:spPr>
      </p:sp>
      <p:sp>
        <p:nvSpPr>
          <p:cNvPr id="49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7" name="PlaceHolder 3"/>
          <p:cNvSpPr>
            <a:spLocks noGrp="1"/>
          </p:cNvSpPr>
          <p:nvPr>
            <p:ph type="sldNum" idx="1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EC6DC6D-A125-405F-A8BA-B2DBC044ED8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1143000" y="685800"/>
            <a:ext cx="4571640" cy="3428640"/>
          </a:xfrm>
          <a:prstGeom prst="rect">
            <a:avLst/>
          </a:prstGeom>
          <a:ln w="0">
            <a:noFill/>
          </a:ln>
        </p:spPr>
      </p:sp>
      <p:sp>
        <p:nvSpPr>
          <p:cNvPr id="49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0" name="PlaceHolder 3"/>
          <p:cNvSpPr>
            <a:spLocks noGrp="1"/>
          </p:cNvSpPr>
          <p:nvPr>
            <p:ph type="sldNum" idx="2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79D1F19-F092-46A4-99F3-C6DA8985F6A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1143000" y="685800"/>
            <a:ext cx="4571640" cy="3428640"/>
          </a:xfrm>
          <a:prstGeom prst="rect">
            <a:avLst/>
          </a:prstGeom>
          <a:ln w="0">
            <a:noFill/>
          </a:ln>
        </p:spPr>
      </p:sp>
      <p:sp>
        <p:nvSpPr>
          <p:cNvPr id="50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3" name="PlaceHolder 3"/>
          <p:cNvSpPr>
            <a:spLocks noGrp="1"/>
          </p:cNvSpPr>
          <p:nvPr>
            <p:ph type="sldNum" idx="2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AD1377-171D-4E5C-88EF-8EFE0ECCB55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1143000" y="685800"/>
            <a:ext cx="4571640" cy="3428640"/>
          </a:xfrm>
          <a:prstGeom prst="rect">
            <a:avLst/>
          </a:prstGeom>
          <a:ln w="0">
            <a:noFill/>
          </a:ln>
        </p:spPr>
      </p:sp>
      <p:sp>
        <p:nvSpPr>
          <p:cNvPr id="50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6" name="PlaceHolder 3"/>
          <p:cNvSpPr>
            <a:spLocks noGrp="1"/>
          </p:cNvSpPr>
          <p:nvPr>
            <p:ph type="sldNum" idx="2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66B982-0DFE-47CF-AA5A-53FE2C52BEE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1143000" y="685800"/>
            <a:ext cx="457164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9" name="PlaceHolder 3"/>
          <p:cNvSpPr>
            <a:spLocks noGrp="1"/>
          </p:cNvSpPr>
          <p:nvPr>
            <p:ph type="sldNum" idx="2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6E76825-5B1A-43AD-9DE5-55D621C972D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1143000" y="685800"/>
            <a:ext cx="4571640" cy="3428640"/>
          </a:xfrm>
          <a:prstGeom prst="rect">
            <a:avLst/>
          </a:prstGeom>
          <a:ln w="0">
            <a:noFill/>
          </a:ln>
        </p:spPr>
      </p:sp>
      <p:sp>
        <p:nvSpPr>
          <p:cNvPr id="51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2" name="PlaceHolder 3"/>
          <p:cNvSpPr>
            <a:spLocks noGrp="1"/>
          </p:cNvSpPr>
          <p:nvPr>
            <p:ph type="sldNum" idx="2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B10A23A-F514-4482-B05A-A28C9EA84EC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1143000" y="685800"/>
            <a:ext cx="457164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5" name="PlaceHolder 3"/>
          <p:cNvSpPr>
            <a:spLocks noGrp="1"/>
          </p:cNvSpPr>
          <p:nvPr>
            <p:ph type="sldNum" idx="2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DD80015-2E98-4868-95BD-1B603C8C80C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1143000" y="685800"/>
            <a:ext cx="4571640" cy="3428640"/>
          </a:xfrm>
          <a:prstGeom prst="rect">
            <a:avLst/>
          </a:prstGeom>
          <a:ln w="0">
            <a:noFill/>
          </a:ln>
        </p:spPr>
      </p:sp>
      <p:sp>
        <p:nvSpPr>
          <p:cNvPr id="51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8" name="PlaceHolder 3"/>
          <p:cNvSpPr>
            <a:spLocks noGrp="1"/>
          </p:cNvSpPr>
          <p:nvPr>
            <p:ph type="sldNum" idx="2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3BD2575-2BAA-401F-A1D9-7D0A9E7431B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1143000" y="685800"/>
            <a:ext cx="4571640" cy="3428640"/>
          </a:xfrm>
          <a:prstGeom prst="rect">
            <a:avLst/>
          </a:prstGeom>
          <a:ln w="0">
            <a:noFill/>
          </a:ln>
        </p:spPr>
      </p:sp>
      <p:sp>
        <p:nvSpPr>
          <p:cNvPr id="52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1" name="PlaceHolder 3"/>
          <p:cNvSpPr>
            <a:spLocks noGrp="1"/>
          </p:cNvSpPr>
          <p:nvPr>
            <p:ph type="sldNum" idx="2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EB0A0F-DA02-4AC2-B14B-5607A3295D9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1143000" y="685800"/>
            <a:ext cx="4571640" cy="3428640"/>
          </a:xfrm>
          <a:prstGeom prst="rect">
            <a:avLst/>
          </a:prstGeom>
          <a:ln w="0">
            <a:noFill/>
          </a:ln>
        </p:spPr>
      </p:sp>
      <p:sp>
        <p:nvSpPr>
          <p:cNvPr id="52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4" name="PlaceHolder 3"/>
          <p:cNvSpPr>
            <a:spLocks noGrp="1"/>
          </p:cNvSpPr>
          <p:nvPr>
            <p:ph type="sldNum" idx="2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9FEB43-26E8-4EA6-8000-3FEA4CAF3C5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1143000" y="685800"/>
            <a:ext cx="4571640" cy="3428640"/>
          </a:xfrm>
          <a:prstGeom prst="rect">
            <a:avLst/>
          </a:prstGeom>
          <a:ln w="0">
            <a:noFill/>
          </a:ln>
        </p:spPr>
      </p:sp>
      <p:sp>
        <p:nvSpPr>
          <p:cNvPr id="52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7" name="PlaceHolder 3"/>
          <p:cNvSpPr>
            <a:spLocks noGrp="1"/>
          </p:cNvSpPr>
          <p:nvPr>
            <p:ph type="sldNum" idx="2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78AA974-3998-49B6-86EA-7E03C00F49F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1143000" y="685800"/>
            <a:ext cx="4571640" cy="3428640"/>
          </a:xfrm>
          <a:prstGeom prst="rect">
            <a:avLst/>
          </a:prstGeom>
          <a:ln w="0">
            <a:noFill/>
          </a:ln>
        </p:spPr>
      </p:sp>
      <p:sp>
        <p:nvSpPr>
          <p:cNvPr id="52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0" name="PlaceHolder 3"/>
          <p:cNvSpPr>
            <a:spLocks noGrp="1"/>
          </p:cNvSpPr>
          <p:nvPr>
            <p:ph type="sldNum" idx="3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1C960EC-BEBF-468F-B0C4-C2AAEB1CD7A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1143000" y="685800"/>
            <a:ext cx="4571640" cy="3428640"/>
          </a:xfrm>
          <a:prstGeom prst="rect">
            <a:avLst/>
          </a:prstGeom>
          <a:ln w="0">
            <a:noFill/>
          </a:ln>
        </p:spPr>
      </p:sp>
      <p:sp>
        <p:nvSpPr>
          <p:cNvPr id="53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3" name="PlaceHolder 3"/>
          <p:cNvSpPr>
            <a:spLocks noGrp="1"/>
          </p:cNvSpPr>
          <p:nvPr>
            <p:ph type="sldNum" idx="3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3F04AB9-E2C5-4C25-81CE-D68E092D169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1143000" y="685800"/>
            <a:ext cx="4571640" cy="3428640"/>
          </a:xfrm>
          <a:prstGeom prst="rect">
            <a:avLst/>
          </a:prstGeom>
          <a:ln w="0">
            <a:noFill/>
          </a:ln>
        </p:spPr>
      </p:sp>
      <p:sp>
        <p:nvSpPr>
          <p:cNvPr id="53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6" name="PlaceHolder 3"/>
          <p:cNvSpPr>
            <a:spLocks noGrp="1"/>
          </p:cNvSpPr>
          <p:nvPr>
            <p:ph type="sldNum" idx="3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92E454-8329-460C-A12A-1C574FCFED1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1143000" y="685800"/>
            <a:ext cx="4571640" cy="3428640"/>
          </a:xfrm>
          <a:prstGeom prst="rect">
            <a:avLst/>
          </a:prstGeom>
          <a:ln w="0">
            <a:noFill/>
          </a:ln>
        </p:spPr>
      </p:sp>
      <p:sp>
        <p:nvSpPr>
          <p:cNvPr id="53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9" name="PlaceHolder 3"/>
          <p:cNvSpPr>
            <a:spLocks noGrp="1"/>
          </p:cNvSpPr>
          <p:nvPr>
            <p:ph type="sldNum" idx="3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3455A9D-2B31-49B7-95DA-2F2048BC274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1143000" y="685800"/>
            <a:ext cx="4571640" cy="3428640"/>
          </a:xfrm>
          <a:prstGeom prst="rect">
            <a:avLst/>
          </a:prstGeom>
          <a:ln w="0">
            <a:noFill/>
          </a:ln>
        </p:spPr>
      </p:sp>
      <p:sp>
        <p:nvSpPr>
          <p:cNvPr id="54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2" name="PlaceHolder 3"/>
          <p:cNvSpPr>
            <a:spLocks noGrp="1"/>
          </p:cNvSpPr>
          <p:nvPr>
            <p:ph type="sldNum" idx="3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7D46A78-1867-4E8C-8936-684CFACE792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1143000" y="685800"/>
            <a:ext cx="4571640" cy="3428640"/>
          </a:xfrm>
          <a:prstGeom prst="rect">
            <a:avLst/>
          </a:prstGeom>
          <a:ln w="0">
            <a:noFill/>
          </a:ln>
        </p:spPr>
      </p:sp>
      <p:sp>
        <p:nvSpPr>
          <p:cNvPr id="54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5" name="PlaceHolder 3"/>
          <p:cNvSpPr>
            <a:spLocks noGrp="1"/>
          </p:cNvSpPr>
          <p:nvPr>
            <p:ph type="sldNum" idx="3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004205C-A03B-4DA6-A67C-2441FF56DD1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1143000" y="685800"/>
            <a:ext cx="4571640" cy="3428640"/>
          </a:xfrm>
          <a:prstGeom prst="rect">
            <a:avLst/>
          </a:prstGeom>
          <a:ln w="0">
            <a:noFill/>
          </a:ln>
        </p:spPr>
      </p:sp>
      <p:sp>
        <p:nvSpPr>
          <p:cNvPr id="54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8" name="PlaceHolder 3"/>
          <p:cNvSpPr>
            <a:spLocks noGrp="1"/>
          </p:cNvSpPr>
          <p:nvPr>
            <p:ph type="sldNum" idx="3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5E5D377-EFC3-4A10-A0B6-72C21C2D400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1143000" y="685800"/>
            <a:ext cx="4571640" cy="3428640"/>
          </a:xfrm>
          <a:prstGeom prst="rect">
            <a:avLst/>
          </a:prstGeom>
          <a:ln w="0">
            <a:noFill/>
          </a:ln>
        </p:spPr>
      </p:sp>
      <p:sp>
        <p:nvSpPr>
          <p:cNvPr id="55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1" name="PlaceHolder 3"/>
          <p:cNvSpPr>
            <a:spLocks noGrp="1"/>
          </p:cNvSpPr>
          <p:nvPr>
            <p:ph type="sldNum" idx="3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5DD4B05-E4A2-4910-A59F-628732AD7B6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1143000" y="685800"/>
            <a:ext cx="4571640" cy="3428640"/>
          </a:xfrm>
          <a:prstGeom prst="rect">
            <a:avLst/>
          </a:prstGeom>
          <a:ln w="0">
            <a:noFill/>
          </a:ln>
        </p:spPr>
      </p:sp>
      <p:sp>
        <p:nvSpPr>
          <p:cNvPr id="55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4" name="PlaceHolder 3"/>
          <p:cNvSpPr>
            <a:spLocks noGrp="1"/>
          </p:cNvSpPr>
          <p:nvPr>
            <p:ph type="sldNum" idx="3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D2C3656-EBBA-4A75-9E9C-539C62548D4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1143000" y="685800"/>
            <a:ext cx="4571640" cy="3428640"/>
          </a:xfrm>
          <a:prstGeom prst="rect">
            <a:avLst/>
          </a:prstGeom>
          <a:ln w="0">
            <a:noFill/>
          </a:ln>
        </p:spPr>
      </p:sp>
      <p:sp>
        <p:nvSpPr>
          <p:cNvPr id="55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7" name="PlaceHolder 3"/>
          <p:cNvSpPr>
            <a:spLocks noGrp="1"/>
          </p:cNvSpPr>
          <p:nvPr>
            <p:ph type="sldNum" idx="3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7289022-B54B-4335-8F57-0D24DFF0765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1143000" y="685800"/>
            <a:ext cx="4571640" cy="3428640"/>
          </a:xfrm>
          <a:prstGeom prst="rect">
            <a:avLst/>
          </a:prstGeom>
          <a:ln w="0">
            <a:noFill/>
          </a:ln>
        </p:spPr>
      </p:sp>
      <p:sp>
        <p:nvSpPr>
          <p:cNvPr id="55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0" name="PlaceHolder 3"/>
          <p:cNvSpPr>
            <a:spLocks noGrp="1"/>
          </p:cNvSpPr>
          <p:nvPr>
            <p:ph type="sldNum" idx="4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168F2F3-9B4B-4419-A34D-747E96F7FFA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1143000" y="685800"/>
            <a:ext cx="4571640" cy="3428640"/>
          </a:xfrm>
          <a:prstGeom prst="rect">
            <a:avLst/>
          </a:prstGeom>
          <a:ln w="0">
            <a:noFill/>
          </a:ln>
        </p:spPr>
      </p:sp>
      <p:sp>
        <p:nvSpPr>
          <p:cNvPr id="56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3" name="PlaceHolder 3"/>
          <p:cNvSpPr>
            <a:spLocks noGrp="1"/>
          </p:cNvSpPr>
          <p:nvPr>
            <p:ph type="sldNum" idx="4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E5EA28-AD3F-4DDD-A881-58DD790B685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1143000" y="685800"/>
            <a:ext cx="4571640" cy="3428640"/>
          </a:xfrm>
          <a:prstGeom prst="rect">
            <a:avLst/>
          </a:prstGeom>
          <a:ln w="0">
            <a:noFill/>
          </a:ln>
        </p:spPr>
      </p:sp>
      <p:sp>
        <p:nvSpPr>
          <p:cNvPr id="56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6" name="PlaceHolder 3"/>
          <p:cNvSpPr>
            <a:spLocks noGrp="1"/>
          </p:cNvSpPr>
          <p:nvPr>
            <p:ph type="sldNum" idx="4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F1D194-57B3-4C94-AC8C-C73EE8A77A5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1143000" y="685800"/>
            <a:ext cx="4571640" cy="3428640"/>
          </a:xfrm>
          <a:prstGeom prst="rect">
            <a:avLst/>
          </a:prstGeom>
          <a:ln w="0">
            <a:noFill/>
          </a:ln>
        </p:spPr>
      </p:sp>
      <p:sp>
        <p:nvSpPr>
          <p:cNvPr id="56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9" name="PlaceHolder 3"/>
          <p:cNvSpPr>
            <a:spLocks noGrp="1"/>
          </p:cNvSpPr>
          <p:nvPr>
            <p:ph type="sldNum" idx="4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43E83F2-2D62-43A2-A3D9-8EED976EE5D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1143000" y="685800"/>
            <a:ext cx="4571640" cy="3428640"/>
          </a:xfrm>
          <a:prstGeom prst="rect">
            <a:avLst/>
          </a:prstGeom>
          <a:ln w="0">
            <a:noFill/>
          </a:ln>
        </p:spPr>
      </p:sp>
      <p:sp>
        <p:nvSpPr>
          <p:cNvPr id="57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2" name="PlaceHolder 3"/>
          <p:cNvSpPr>
            <a:spLocks noGrp="1"/>
          </p:cNvSpPr>
          <p:nvPr>
            <p:ph type="sldNum" idx="4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2824A3-66B4-4A66-A916-FD3B64B826C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1143000" y="685800"/>
            <a:ext cx="4571640" cy="3428640"/>
          </a:xfrm>
          <a:prstGeom prst="rect">
            <a:avLst/>
          </a:prstGeom>
          <a:ln w="0">
            <a:noFill/>
          </a:ln>
        </p:spPr>
      </p:sp>
      <p:sp>
        <p:nvSpPr>
          <p:cNvPr id="57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5" name="PlaceHolder 3"/>
          <p:cNvSpPr>
            <a:spLocks noGrp="1"/>
          </p:cNvSpPr>
          <p:nvPr>
            <p:ph type="sldNum" idx="4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2B887F-21A6-490B-9336-B3A4CB0ACD5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1143000" y="685800"/>
            <a:ext cx="4571640" cy="3428640"/>
          </a:xfrm>
          <a:prstGeom prst="rect">
            <a:avLst/>
          </a:prstGeom>
          <a:ln w="0">
            <a:noFill/>
          </a:ln>
        </p:spPr>
      </p:sp>
      <p:sp>
        <p:nvSpPr>
          <p:cNvPr id="57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8" name="PlaceHolder 3"/>
          <p:cNvSpPr>
            <a:spLocks noGrp="1"/>
          </p:cNvSpPr>
          <p:nvPr>
            <p:ph type="sldNum" idx="4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48CAAD-059D-4067-B7A3-B591A81EFBD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1143000" y="685800"/>
            <a:ext cx="4571640" cy="3428640"/>
          </a:xfrm>
          <a:prstGeom prst="rect">
            <a:avLst/>
          </a:prstGeom>
          <a:ln w="0">
            <a:noFill/>
          </a:ln>
        </p:spPr>
      </p:sp>
      <p:sp>
        <p:nvSpPr>
          <p:cNvPr id="58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81" name="PlaceHolder 3"/>
          <p:cNvSpPr>
            <a:spLocks noGrp="1"/>
          </p:cNvSpPr>
          <p:nvPr>
            <p:ph type="sldNum" idx="4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78F9F91-2D6F-4CE6-9184-4B736B1EF87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1143000" y="685800"/>
            <a:ext cx="4571640" cy="3428640"/>
          </a:xfrm>
          <a:prstGeom prst="rect">
            <a:avLst/>
          </a:prstGeom>
          <a:ln w="0">
            <a:noFill/>
          </a:ln>
        </p:spPr>
      </p:sp>
      <p:sp>
        <p:nvSpPr>
          <p:cNvPr id="58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从表可</a:t>
            </a:r>
            <a:r>
              <a:rPr lang="zh-CN" sz="2000" b="0" u="none" strike="noStrike">
                <a:solidFill>
                  <a:srgbClr val="000000"/>
                </a:solidFill>
                <a:effectLst/>
                <a:uFillTx/>
                <a:latin typeface="Arial"/>
              </a:rPr>
              <a:t>以看</a:t>
            </a:r>
            <a:r>
              <a:rPr lang="zh-CN" sz="2000" b="0" u="none" strike="noStrike">
                <a:solidFill>
                  <a:srgbClr val="000000"/>
                </a:solidFill>
                <a:effectLst/>
                <a:uFillTx/>
                <a:latin typeface="Arial"/>
              </a:rPr>
              <a:t>出，只</a:t>
            </a:r>
            <a:r>
              <a:rPr lang="zh-CN" sz="2000" b="0" u="none" strike="noStrike">
                <a:solidFill>
                  <a:srgbClr val="000000"/>
                </a:solidFill>
                <a:effectLst/>
                <a:uFillTx/>
                <a:latin typeface="Arial"/>
              </a:rPr>
              <a:t>要行李</a:t>
            </a:r>
            <a:r>
              <a:rPr lang="zh-CN" sz="2000" b="0" u="none" strike="noStrike">
                <a:solidFill>
                  <a:srgbClr val="000000"/>
                </a:solidFill>
                <a:effectLst/>
                <a:uFillTx/>
                <a:latin typeface="Arial"/>
              </a:rPr>
              <a:t>重量不</a:t>
            </a:r>
            <a:r>
              <a:rPr lang="zh-CN" sz="2000" b="0" u="none" strike="noStrike">
                <a:solidFill>
                  <a:srgbClr val="000000"/>
                </a:solidFill>
                <a:effectLst/>
                <a:uFillTx/>
                <a:latin typeface="Arial"/>
              </a:rPr>
              <a:t>超过</a:t>
            </a:r>
            <a:r>
              <a:rPr lang="en-US" sz="2000" b="0" u="none" strike="noStrike">
                <a:solidFill>
                  <a:srgbClr val="000000"/>
                </a:solidFill>
                <a:effectLst/>
                <a:uFillTx/>
                <a:latin typeface="Arial"/>
              </a:rPr>
              <a:t>30kg</a:t>
            </a:r>
            <a:r>
              <a:rPr lang="zh-CN" sz="2000" b="0" u="none" strike="noStrike">
                <a:solidFill>
                  <a:srgbClr val="000000"/>
                </a:solidFill>
                <a:effectLst/>
                <a:uFillTx/>
                <a:latin typeface="Arial"/>
              </a:rPr>
              <a:t>，</a:t>
            </a:r>
            <a:r>
              <a:rPr lang="zh-CN" sz="2000" b="0" u="none" strike="noStrike">
                <a:solidFill>
                  <a:srgbClr val="000000"/>
                </a:solidFill>
                <a:effectLst/>
                <a:uFillTx/>
                <a:latin typeface="Arial"/>
              </a:rPr>
              <a:t>不论这</a:t>
            </a:r>
            <a:r>
              <a:rPr lang="zh-CN" sz="2000" b="0" u="none" strike="noStrike">
                <a:solidFill>
                  <a:srgbClr val="000000"/>
                </a:solidFill>
                <a:effectLst/>
                <a:uFillTx/>
                <a:latin typeface="Arial"/>
              </a:rPr>
              <a:t>位乘客</a:t>
            </a:r>
            <a:r>
              <a:rPr lang="zh-CN" sz="2000" b="0" u="none" strike="noStrike">
                <a:solidFill>
                  <a:srgbClr val="000000"/>
                </a:solidFill>
                <a:effectLst/>
                <a:uFillTx/>
                <a:latin typeface="Arial"/>
              </a:rPr>
              <a:t>持有何</a:t>
            </a:r>
            <a:r>
              <a:rPr lang="zh-CN" sz="2000" b="0" u="none" strike="noStrike">
                <a:solidFill>
                  <a:srgbClr val="000000"/>
                </a:solidFill>
                <a:effectLst/>
                <a:uFillTx/>
                <a:latin typeface="Arial"/>
              </a:rPr>
              <a:t>种机</a:t>
            </a:r>
            <a:r>
              <a:rPr lang="zh-CN" sz="2000" b="0" u="none" strike="noStrike">
                <a:solidFill>
                  <a:srgbClr val="000000"/>
                </a:solidFill>
                <a:effectLst/>
                <a:uFillTx/>
                <a:latin typeface="Arial"/>
              </a:rPr>
              <a:t>票，是</a:t>
            </a:r>
            <a:r>
              <a:rPr lang="zh-CN" sz="2000" b="0" u="none" strike="noStrike">
                <a:solidFill>
                  <a:srgbClr val="000000"/>
                </a:solidFill>
                <a:effectLst/>
                <a:uFillTx/>
                <a:latin typeface="Arial"/>
              </a:rPr>
              <a:t>中国人</a:t>
            </a:r>
            <a:r>
              <a:rPr lang="zh-CN" sz="2000" b="0" u="none" strike="noStrike">
                <a:solidFill>
                  <a:srgbClr val="000000"/>
                </a:solidFill>
                <a:effectLst/>
                <a:uFillTx/>
                <a:latin typeface="Arial"/>
              </a:rPr>
              <a:t>还是外</a:t>
            </a:r>
            <a:r>
              <a:rPr lang="zh-CN" sz="2000" b="0" u="none" strike="noStrike">
                <a:solidFill>
                  <a:srgbClr val="000000"/>
                </a:solidFill>
                <a:effectLst/>
                <a:uFillTx/>
                <a:latin typeface="Arial"/>
              </a:rPr>
              <a:t>国人，</a:t>
            </a:r>
            <a:r>
              <a:rPr lang="zh-CN" sz="2000" b="0" u="none" strike="noStrike">
                <a:solidFill>
                  <a:srgbClr val="000000"/>
                </a:solidFill>
                <a:effectLst/>
                <a:uFillTx/>
                <a:latin typeface="Arial"/>
              </a:rPr>
              <a:t>是残疾</a:t>
            </a:r>
            <a:r>
              <a:rPr lang="zh-CN" sz="2000" b="0" u="none" strike="noStrike">
                <a:solidFill>
                  <a:srgbClr val="000000"/>
                </a:solidFill>
                <a:effectLst/>
                <a:uFillTx/>
                <a:latin typeface="Arial"/>
              </a:rPr>
              <a:t>人还是</a:t>
            </a:r>
            <a:r>
              <a:rPr lang="zh-CN" sz="2000" b="0" u="none" strike="noStrike">
                <a:solidFill>
                  <a:srgbClr val="000000"/>
                </a:solidFill>
                <a:effectLst/>
                <a:uFillTx/>
                <a:latin typeface="Arial"/>
              </a:rPr>
              <a:t>正常</a:t>
            </a:r>
            <a:r>
              <a:rPr lang="zh-CN" sz="2000" b="0" u="none" strike="noStrike">
                <a:solidFill>
                  <a:srgbClr val="000000"/>
                </a:solidFill>
                <a:effectLst/>
                <a:uFillTx/>
                <a:latin typeface="Arial"/>
              </a:rPr>
              <a:t>人，一</a:t>
            </a:r>
            <a:r>
              <a:rPr lang="zh-CN" sz="2000" b="0" u="none" strike="noStrike">
                <a:solidFill>
                  <a:srgbClr val="000000"/>
                </a:solidFill>
                <a:effectLst/>
                <a:uFillTx/>
                <a:latin typeface="Arial"/>
              </a:rPr>
              <a:t>律免收</a:t>
            </a:r>
            <a:r>
              <a:rPr lang="zh-CN" sz="2000" b="0" u="none" strike="noStrike">
                <a:solidFill>
                  <a:srgbClr val="000000"/>
                </a:solidFill>
                <a:effectLst/>
                <a:uFillTx/>
                <a:latin typeface="Arial"/>
              </a:rPr>
              <a:t>行李</a:t>
            </a:r>
            <a:r>
              <a:rPr lang="zh-CN" sz="2000" b="0" u="none" strike="noStrike">
                <a:solidFill>
                  <a:srgbClr val="000000"/>
                </a:solidFill>
                <a:effectLst/>
                <a:uFillTx/>
                <a:latin typeface="Arial"/>
              </a:rPr>
              <a:t>费，这</a:t>
            </a:r>
            <a:r>
              <a:rPr lang="zh-CN" sz="2000" b="0" u="none" strike="noStrike">
                <a:solidFill>
                  <a:srgbClr val="000000"/>
                </a:solidFill>
                <a:effectLst/>
                <a:uFillTx/>
                <a:latin typeface="Arial"/>
              </a:rPr>
              <a:t>就是表</a:t>
            </a:r>
            <a:r>
              <a:rPr lang="zh-CN" sz="2000" b="0" u="none" strike="noStrike">
                <a:solidFill>
                  <a:srgbClr val="000000"/>
                </a:solidFill>
                <a:effectLst/>
                <a:uFillTx/>
                <a:latin typeface="Arial"/>
              </a:rPr>
              <a:t>右部第</a:t>
            </a:r>
            <a:r>
              <a:rPr lang="zh-CN" sz="2000" b="0" u="none" strike="noStrike">
                <a:solidFill>
                  <a:srgbClr val="000000"/>
                </a:solidFill>
                <a:effectLst/>
                <a:uFillTx/>
                <a:latin typeface="Arial"/>
              </a:rPr>
              <a:t>一列</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规</a:t>
            </a:r>
            <a:r>
              <a:rPr lang="zh-CN" sz="2000" b="0" u="none" strike="noStrike">
                <a:solidFill>
                  <a:srgbClr val="000000"/>
                </a:solidFill>
                <a:effectLst/>
                <a:uFillTx/>
                <a:latin typeface="Arial"/>
              </a:rPr>
              <a:t>则</a:t>
            </a: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表</a:t>
            </a:r>
            <a:r>
              <a:rPr lang="zh-CN" sz="2000" b="0" u="none" strike="noStrike">
                <a:solidFill>
                  <a:srgbClr val="000000"/>
                </a:solidFill>
                <a:effectLst/>
                <a:uFillTx/>
                <a:latin typeface="Arial"/>
              </a:rPr>
              <a:t>示的内</a:t>
            </a:r>
            <a:r>
              <a:rPr lang="zh-CN" sz="2000" b="0" u="none" strike="noStrike">
                <a:solidFill>
                  <a:srgbClr val="000000"/>
                </a:solidFill>
                <a:effectLst/>
                <a:uFillTx/>
                <a:latin typeface="Arial"/>
              </a:rPr>
              <a:t>容。当</a:t>
            </a:r>
            <a:r>
              <a:rPr lang="zh-CN" sz="2000" b="0" u="none" strike="noStrike">
                <a:solidFill>
                  <a:srgbClr val="000000"/>
                </a:solidFill>
                <a:effectLst/>
                <a:uFillTx/>
                <a:latin typeface="Arial"/>
              </a:rPr>
              <a:t>行李重</a:t>
            </a:r>
            <a:r>
              <a:rPr lang="zh-CN" sz="2000" b="0" u="none" strike="noStrike">
                <a:solidFill>
                  <a:srgbClr val="000000"/>
                </a:solidFill>
                <a:effectLst/>
                <a:uFillTx/>
                <a:latin typeface="Arial"/>
              </a:rPr>
              <a:t>量超过</a:t>
            </a:r>
            <a:r>
              <a:rPr lang="en-US" sz="2000" b="0" u="none" strike="noStrike">
                <a:solidFill>
                  <a:srgbClr val="000000"/>
                </a:solidFill>
                <a:effectLst/>
                <a:uFillTx/>
                <a:latin typeface="Arial"/>
              </a:rPr>
              <a:t>30kg</a:t>
            </a:r>
            <a:r>
              <a:rPr lang="zh-CN" sz="2000" b="0" u="none" strike="noStrike">
                <a:solidFill>
                  <a:srgbClr val="000000"/>
                </a:solidFill>
                <a:effectLst/>
                <a:uFillTx/>
                <a:latin typeface="Arial"/>
              </a:rPr>
              <a:t>时，根</a:t>
            </a:r>
            <a:r>
              <a:rPr lang="zh-CN" sz="2000" b="0" u="none" strike="noStrike">
                <a:solidFill>
                  <a:srgbClr val="000000"/>
                </a:solidFill>
                <a:effectLst/>
                <a:uFillTx/>
                <a:latin typeface="Arial"/>
              </a:rPr>
              <a:t>据乘客</a:t>
            </a:r>
            <a:r>
              <a:rPr lang="zh-CN" sz="2000" b="0" u="none" strike="noStrike">
                <a:solidFill>
                  <a:srgbClr val="000000"/>
                </a:solidFill>
                <a:effectLst/>
                <a:uFillTx/>
                <a:latin typeface="Arial"/>
              </a:rPr>
              <a:t>机票的</a:t>
            </a:r>
            <a:r>
              <a:rPr lang="zh-CN" sz="2000" b="0" u="none" strike="noStrike">
                <a:solidFill>
                  <a:srgbClr val="000000"/>
                </a:solidFill>
                <a:effectLst/>
                <a:uFillTx/>
                <a:latin typeface="Arial"/>
              </a:rPr>
              <a:t>等级、</a:t>
            </a:r>
            <a:r>
              <a:rPr lang="zh-CN" sz="2000" b="0" u="none" strike="noStrike">
                <a:solidFill>
                  <a:srgbClr val="000000"/>
                </a:solidFill>
                <a:effectLst/>
                <a:uFillTx/>
                <a:latin typeface="Arial"/>
              </a:rPr>
              <a:t>乘客国</a:t>
            </a:r>
            <a:r>
              <a:rPr lang="zh-CN" sz="2000" b="0" u="none" strike="noStrike">
                <a:solidFill>
                  <a:srgbClr val="000000"/>
                </a:solidFill>
                <a:effectLst/>
                <a:uFillTx/>
                <a:latin typeface="Arial"/>
              </a:rPr>
              <a:t>籍及是</a:t>
            </a:r>
            <a:r>
              <a:rPr lang="zh-CN" sz="2000" b="0" u="none" strike="noStrike">
                <a:solidFill>
                  <a:srgbClr val="000000"/>
                </a:solidFill>
                <a:effectLst/>
                <a:uFillTx/>
                <a:latin typeface="Arial"/>
              </a:rPr>
              <a:t>否残疾</a:t>
            </a:r>
            <a:r>
              <a:rPr lang="zh-CN" sz="2000" b="0" u="none" strike="noStrike">
                <a:solidFill>
                  <a:srgbClr val="000000"/>
                </a:solidFill>
                <a:effectLst/>
                <a:uFillTx/>
                <a:latin typeface="Arial"/>
              </a:rPr>
              <a:t>人而使</a:t>
            </a:r>
            <a:r>
              <a:rPr lang="zh-CN" sz="2000" b="0" u="none" strike="noStrike">
                <a:solidFill>
                  <a:srgbClr val="000000"/>
                </a:solidFill>
                <a:effectLst/>
                <a:uFillTx/>
                <a:latin typeface="Arial"/>
              </a:rPr>
              <a:t>用不同</a:t>
            </a:r>
            <a:r>
              <a:rPr lang="zh-CN" sz="2000" b="0" u="none" strike="noStrike">
                <a:solidFill>
                  <a:srgbClr val="000000"/>
                </a:solidFill>
                <a:effectLst/>
                <a:uFillTx/>
                <a:latin typeface="Arial"/>
              </a:rPr>
              <a:t>算法计</a:t>
            </a:r>
            <a:r>
              <a:rPr lang="zh-CN" sz="2000" b="0" u="none" strike="noStrike">
                <a:solidFill>
                  <a:srgbClr val="000000"/>
                </a:solidFill>
                <a:effectLst/>
                <a:uFillTx/>
                <a:latin typeface="Arial"/>
              </a:rPr>
              <a:t>算行李</a:t>
            </a:r>
            <a:r>
              <a:rPr lang="zh-CN" sz="2000" b="0" u="none" strike="noStrike">
                <a:solidFill>
                  <a:srgbClr val="000000"/>
                </a:solidFill>
                <a:effectLst/>
                <a:uFillTx/>
                <a:latin typeface="Arial"/>
              </a:rPr>
              <a:t>费，这</a:t>
            </a:r>
            <a:r>
              <a:rPr lang="zh-CN" sz="2000" b="0" u="none" strike="noStrike">
                <a:solidFill>
                  <a:srgbClr val="000000"/>
                </a:solidFill>
                <a:effectLst/>
                <a:uFillTx/>
                <a:latin typeface="Arial"/>
              </a:rPr>
              <a:t>就是从</a:t>
            </a:r>
            <a:r>
              <a:rPr lang="zh-CN" sz="2000" b="0" u="none" strike="noStrike">
                <a:solidFill>
                  <a:srgbClr val="000000"/>
                </a:solidFill>
                <a:effectLst/>
                <a:uFillTx/>
                <a:latin typeface="Arial"/>
              </a:rPr>
              <a:t>规则</a:t>
            </a: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到规则</a:t>
            </a:r>
            <a:r>
              <a:rPr lang="en-US" sz="2000" b="0" u="none" strike="noStrike">
                <a:solidFill>
                  <a:srgbClr val="000000"/>
                </a:solidFill>
                <a:effectLst/>
                <a:uFillTx/>
                <a:latin typeface="Arial"/>
              </a:rPr>
              <a:t>9</a:t>
            </a:r>
            <a:r>
              <a:rPr lang="zh-CN" sz="2000" b="0" u="none" strike="noStrike">
                <a:solidFill>
                  <a:srgbClr val="000000"/>
                </a:solidFill>
                <a:effectLst/>
                <a:uFillTx/>
                <a:latin typeface="Arial"/>
              </a:rPr>
              <a:t>所表示</a:t>
            </a:r>
            <a:r>
              <a:rPr lang="zh-CN" sz="2000" b="0" u="none" strike="noStrike">
                <a:solidFill>
                  <a:srgbClr val="000000"/>
                </a:solidFill>
                <a:effectLst/>
                <a:uFillTx/>
                <a:latin typeface="Arial"/>
              </a:rPr>
              <a:t>的内</a:t>
            </a:r>
            <a:r>
              <a:rPr lang="zh-CN" sz="2000" b="0" u="none" strike="noStrike">
                <a:solidFill>
                  <a:srgbClr val="000000"/>
                </a:solidFill>
                <a:effectLst/>
                <a:uFillTx/>
                <a:latin typeface="Arial"/>
              </a:rPr>
              <a:t>容。</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从上面</a:t>
            </a:r>
            <a:r>
              <a:rPr lang="zh-CN" sz="2000" b="0" u="none" strike="noStrike">
                <a:solidFill>
                  <a:srgbClr val="000000"/>
                </a:solidFill>
                <a:effectLst/>
                <a:uFillTx/>
                <a:latin typeface="Arial"/>
              </a:rPr>
              <a:t>这个例</a:t>
            </a:r>
            <a:r>
              <a:rPr lang="zh-CN" sz="2000" b="0" u="none" strike="noStrike">
                <a:solidFill>
                  <a:srgbClr val="000000"/>
                </a:solidFill>
                <a:effectLst/>
                <a:uFillTx/>
                <a:latin typeface="Arial"/>
              </a:rPr>
              <a:t>子可以</a:t>
            </a:r>
            <a:r>
              <a:rPr lang="zh-CN" sz="2000" b="0" u="none" strike="noStrike">
                <a:solidFill>
                  <a:srgbClr val="000000"/>
                </a:solidFill>
                <a:effectLst/>
                <a:uFillTx/>
                <a:latin typeface="Arial"/>
              </a:rPr>
              <a:t>看出，</a:t>
            </a:r>
            <a:r>
              <a:rPr lang="zh-CN" sz="2000" b="0" u="none" strike="noStrike">
                <a:solidFill>
                  <a:srgbClr val="000000"/>
                </a:solidFill>
                <a:effectLst/>
                <a:uFillTx/>
                <a:latin typeface="Arial"/>
              </a:rPr>
              <a:t>判定表</a:t>
            </a:r>
            <a:r>
              <a:rPr lang="zh-CN" sz="2000" b="0" u="none" strike="noStrike">
                <a:solidFill>
                  <a:srgbClr val="000000"/>
                </a:solidFill>
                <a:effectLst/>
                <a:uFillTx/>
                <a:latin typeface="Arial"/>
              </a:rPr>
              <a:t>能够简</a:t>
            </a:r>
            <a:r>
              <a:rPr lang="zh-CN" sz="2000" b="0" u="none" strike="noStrike">
                <a:solidFill>
                  <a:srgbClr val="000000"/>
                </a:solidFill>
                <a:effectLst/>
                <a:uFillTx/>
                <a:latin typeface="Arial"/>
              </a:rPr>
              <a:t>洁而又</a:t>
            </a:r>
            <a:r>
              <a:rPr lang="zh-CN" sz="2000" b="0" u="none" strike="noStrike">
                <a:solidFill>
                  <a:srgbClr val="000000"/>
                </a:solidFill>
                <a:effectLst/>
                <a:uFillTx/>
                <a:latin typeface="Arial"/>
              </a:rPr>
              <a:t>无歧义</a:t>
            </a:r>
            <a:r>
              <a:rPr lang="zh-CN" sz="2000" b="0" u="none" strike="noStrike">
                <a:solidFill>
                  <a:srgbClr val="000000"/>
                </a:solidFill>
                <a:effectLst/>
                <a:uFillTx/>
                <a:latin typeface="Arial"/>
              </a:rPr>
              <a:t>地描述</a:t>
            </a:r>
            <a:r>
              <a:rPr lang="zh-CN" sz="2000" b="0" u="none" strike="noStrike">
                <a:solidFill>
                  <a:srgbClr val="000000"/>
                </a:solidFill>
                <a:effectLst/>
                <a:uFillTx/>
                <a:latin typeface="Arial"/>
              </a:rPr>
              <a:t>处理规</a:t>
            </a:r>
            <a:r>
              <a:rPr lang="zh-CN" sz="2000" b="0" u="none" strike="noStrike">
                <a:solidFill>
                  <a:srgbClr val="000000"/>
                </a:solidFill>
                <a:effectLst/>
                <a:uFillTx/>
                <a:latin typeface="Arial"/>
              </a:rPr>
              <a:t>则。</a:t>
            </a:r>
            <a:endParaRPr lang="en-US" sz="2000" b="0" u="none" strike="noStrike">
              <a:solidFill>
                <a:srgbClr val="000000"/>
              </a:solidFill>
              <a:effectLst/>
              <a:uFillTx/>
              <a:latin typeface="Arial"/>
            </a:endParaRPr>
          </a:p>
        </p:txBody>
      </p:sp>
      <p:sp>
        <p:nvSpPr>
          <p:cNvPr id="584" name="PlaceHolder 3"/>
          <p:cNvSpPr>
            <a:spLocks noGrp="1"/>
          </p:cNvSpPr>
          <p:nvPr>
            <p:ph type="sldNum" idx="4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C4AEA59-57E0-4324-AEC9-0D1B1991FD4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1143000" y="685800"/>
            <a:ext cx="4571640" cy="3428640"/>
          </a:xfrm>
          <a:prstGeom prst="rect">
            <a:avLst/>
          </a:prstGeom>
          <a:ln w="0">
            <a:noFill/>
          </a:ln>
        </p:spPr>
      </p:sp>
      <p:sp>
        <p:nvSpPr>
          <p:cNvPr id="58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87" name="PlaceHolder 3"/>
          <p:cNvSpPr>
            <a:spLocks noGrp="1"/>
          </p:cNvSpPr>
          <p:nvPr>
            <p:ph type="sldNum" idx="4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FEF17E-C9BD-4C14-A339-928EED4F1F3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1143000" y="685800"/>
            <a:ext cx="4571640" cy="3428640"/>
          </a:xfrm>
          <a:prstGeom prst="rect">
            <a:avLst/>
          </a:prstGeom>
          <a:ln w="0">
            <a:noFill/>
          </a:ln>
        </p:spPr>
      </p:sp>
      <p:sp>
        <p:nvSpPr>
          <p:cNvPr id="58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90" name="PlaceHolder 3"/>
          <p:cNvSpPr>
            <a:spLocks noGrp="1"/>
          </p:cNvSpPr>
          <p:nvPr>
            <p:ph type="sldNum" idx="5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99F8BC5-25A1-40B7-8E45-405CD06A01C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1143000" y="685800"/>
            <a:ext cx="4571640" cy="3428640"/>
          </a:xfrm>
          <a:prstGeom prst="rect">
            <a:avLst/>
          </a:prstGeom>
          <a:ln w="0">
            <a:noFill/>
          </a:ln>
        </p:spPr>
      </p:sp>
      <p:sp>
        <p:nvSpPr>
          <p:cNvPr id="59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93" name="PlaceHolder 3"/>
          <p:cNvSpPr>
            <a:spLocks noGrp="1"/>
          </p:cNvSpPr>
          <p:nvPr>
            <p:ph type="sldNum" idx="5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393B29-AB0F-45F8-9ED9-116C511CA7C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1143000" y="685800"/>
            <a:ext cx="4571640" cy="3428640"/>
          </a:xfrm>
          <a:prstGeom prst="rect">
            <a:avLst/>
          </a:prstGeom>
          <a:ln w="0">
            <a:noFill/>
          </a:ln>
        </p:spPr>
      </p:sp>
      <p:sp>
        <p:nvSpPr>
          <p:cNvPr id="59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96" name="PlaceHolder 3"/>
          <p:cNvSpPr>
            <a:spLocks noGrp="1"/>
          </p:cNvSpPr>
          <p:nvPr>
            <p:ph type="sldNum" idx="5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E01E88-512F-4992-AC31-8CC5CBE7E82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1143000" y="685800"/>
            <a:ext cx="4571640" cy="3428640"/>
          </a:xfrm>
          <a:prstGeom prst="rect">
            <a:avLst/>
          </a:prstGeom>
          <a:ln w="0">
            <a:noFill/>
          </a:ln>
        </p:spPr>
      </p:sp>
      <p:sp>
        <p:nvSpPr>
          <p:cNvPr id="59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99" name="PlaceHolder 3"/>
          <p:cNvSpPr>
            <a:spLocks noGrp="1"/>
          </p:cNvSpPr>
          <p:nvPr>
            <p:ph type="sldNum" idx="5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48DDA2-A663-488C-9148-B7DA533DBA9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1143000" y="685800"/>
            <a:ext cx="4571640" cy="3428640"/>
          </a:xfrm>
          <a:prstGeom prst="rect">
            <a:avLst/>
          </a:prstGeom>
          <a:ln w="0">
            <a:noFill/>
          </a:ln>
        </p:spPr>
      </p:sp>
      <p:sp>
        <p:nvSpPr>
          <p:cNvPr id="60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02" name="PlaceHolder 3"/>
          <p:cNvSpPr>
            <a:spLocks noGrp="1"/>
          </p:cNvSpPr>
          <p:nvPr>
            <p:ph type="sldNum" idx="5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DD1D593-8326-41A8-B427-F874242E297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1143000" y="685800"/>
            <a:ext cx="4571640" cy="3428640"/>
          </a:xfrm>
          <a:prstGeom prst="rect">
            <a:avLst/>
          </a:prstGeom>
          <a:ln w="0">
            <a:noFill/>
          </a:ln>
        </p:spPr>
      </p:sp>
      <p:sp>
        <p:nvSpPr>
          <p:cNvPr id="60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05" name="PlaceHolder 3"/>
          <p:cNvSpPr>
            <a:spLocks noGrp="1"/>
          </p:cNvSpPr>
          <p:nvPr>
            <p:ph type="sldNum" idx="5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570D296-AF8C-4FD1-9034-E98715B19B6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1143000" y="685800"/>
            <a:ext cx="4571640" cy="3428640"/>
          </a:xfrm>
          <a:prstGeom prst="rect">
            <a:avLst/>
          </a:prstGeom>
          <a:ln w="0">
            <a:noFill/>
          </a:ln>
        </p:spPr>
      </p:sp>
      <p:sp>
        <p:nvSpPr>
          <p:cNvPr id="60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08" name="PlaceHolder 3"/>
          <p:cNvSpPr>
            <a:spLocks noGrp="1"/>
          </p:cNvSpPr>
          <p:nvPr>
            <p:ph type="sldNum" idx="5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FF89142-4B85-4EB2-AA78-A6D15849C2C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1143000" y="685800"/>
            <a:ext cx="4571640" cy="3428640"/>
          </a:xfrm>
          <a:prstGeom prst="rect">
            <a:avLst/>
          </a:prstGeom>
          <a:ln w="0">
            <a:noFill/>
          </a:ln>
        </p:spPr>
      </p:sp>
      <p:sp>
        <p:nvSpPr>
          <p:cNvPr id="61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11" name="PlaceHolder 3"/>
          <p:cNvSpPr>
            <a:spLocks noGrp="1"/>
          </p:cNvSpPr>
          <p:nvPr>
            <p:ph type="sldNum" idx="5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F37797B-DAF1-4BD7-81D2-286395FA34C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1143000" y="685800"/>
            <a:ext cx="4571640" cy="3428640"/>
          </a:xfrm>
          <a:prstGeom prst="rect">
            <a:avLst/>
          </a:prstGeom>
          <a:ln w="0">
            <a:noFill/>
          </a:ln>
        </p:spPr>
      </p:sp>
      <p:sp>
        <p:nvSpPr>
          <p:cNvPr id="61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14" name="PlaceHolder 3"/>
          <p:cNvSpPr>
            <a:spLocks noGrp="1"/>
          </p:cNvSpPr>
          <p:nvPr>
            <p:ph type="sldNum" idx="5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962F82B-7D9E-49A8-BC14-72302291D36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1143000" y="685800"/>
            <a:ext cx="4571640" cy="3428640"/>
          </a:xfrm>
          <a:prstGeom prst="rect">
            <a:avLst/>
          </a:prstGeom>
          <a:ln w="0">
            <a:noFill/>
          </a:ln>
        </p:spPr>
      </p:sp>
      <p:sp>
        <p:nvSpPr>
          <p:cNvPr id="61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17" name="PlaceHolder 3"/>
          <p:cNvSpPr>
            <a:spLocks noGrp="1"/>
          </p:cNvSpPr>
          <p:nvPr>
            <p:ph type="sldNum" idx="5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B8EB55C-12DF-44C5-82A6-483320E63E8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1143000" y="685800"/>
            <a:ext cx="4571640" cy="3428640"/>
          </a:xfrm>
          <a:prstGeom prst="rect">
            <a:avLst/>
          </a:prstGeom>
          <a:ln w="0">
            <a:noFill/>
          </a:ln>
        </p:spPr>
      </p:sp>
      <p:sp>
        <p:nvSpPr>
          <p:cNvPr id="61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20" name="PlaceHolder 3"/>
          <p:cNvSpPr>
            <a:spLocks noGrp="1"/>
          </p:cNvSpPr>
          <p:nvPr>
            <p:ph type="sldNum" idx="6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F7B3D27-4DB0-4117-B51A-B2DB0B3DADD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1143000" y="685800"/>
            <a:ext cx="4571640" cy="3428640"/>
          </a:xfrm>
          <a:prstGeom prst="rect">
            <a:avLst/>
          </a:prstGeom>
          <a:ln w="0">
            <a:noFill/>
          </a:ln>
        </p:spPr>
      </p:sp>
      <p:sp>
        <p:nvSpPr>
          <p:cNvPr id="62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第二步</a:t>
            </a:r>
            <a:r>
              <a:rPr lang="zh-CN" sz="2000" b="0" u="none" strike="noStrike">
                <a:solidFill>
                  <a:srgbClr val="000000"/>
                </a:solidFill>
                <a:effectLst/>
                <a:uFillTx/>
                <a:latin typeface="Arial"/>
              </a:rPr>
              <a:t>是分析</a:t>
            </a:r>
            <a:r>
              <a:rPr lang="zh-CN" sz="2000" b="0" u="none" strike="noStrike">
                <a:solidFill>
                  <a:srgbClr val="000000"/>
                </a:solidFill>
                <a:effectLst/>
                <a:uFillTx/>
                <a:latin typeface="Arial"/>
              </a:rPr>
              <a:t>确定在</a:t>
            </a:r>
            <a:r>
              <a:rPr lang="zh-CN" sz="2000" b="0" u="none" strike="noStrike">
                <a:solidFill>
                  <a:srgbClr val="000000"/>
                </a:solidFill>
                <a:effectLst/>
                <a:uFillTx/>
                <a:latin typeface="Arial"/>
              </a:rPr>
              <a:t>输入数</a:t>
            </a:r>
            <a:r>
              <a:rPr lang="zh-CN" sz="2000" b="0" u="none" strike="noStrike">
                <a:solidFill>
                  <a:srgbClr val="000000"/>
                </a:solidFill>
                <a:effectLst/>
                <a:uFillTx/>
                <a:latin typeface="Arial"/>
              </a:rPr>
              <a:t>据结构</a:t>
            </a:r>
            <a:r>
              <a:rPr lang="zh-CN" sz="2000" b="0" u="none" strike="noStrike">
                <a:solidFill>
                  <a:srgbClr val="000000"/>
                </a:solidFill>
                <a:effectLst/>
                <a:uFillTx/>
                <a:latin typeface="Arial"/>
              </a:rPr>
              <a:t>和输出</a:t>
            </a:r>
            <a:r>
              <a:rPr lang="zh-CN" sz="2000" b="0" u="none" strike="noStrike">
                <a:solidFill>
                  <a:srgbClr val="000000"/>
                </a:solidFill>
                <a:effectLst/>
                <a:uFillTx/>
                <a:latin typeface="Arial"/>
              </a:rPr>
              <a:t>数据结</a:t>
            </a:r>
            <a:r>
              <a:rPr lang="zh-CN" sz="2000" b="0" u="none" strike="noStrike">
                <a:solidFill>
                  <a:srgbClr val="000000"/>
                </a:solidFill>
                <a:effectLst/>
                <a:uFillTx/>
                <a:latin typeface="Arial"/>
              </a:rPr>
              <a:t>构中有</a:t>
            </a:r>
            <a:r>
              <a:rPr lang="zh-CN" sz="2000" b="0" u="none" strike="noStrike">
                <a:solidFill>
                  <a:srgbClr val="000000"/>
                </a:solidFill>
                <a:effectLst/>
                <a:uFillTx/>
                <a:latin typeface="Arial"/>
              </a:rPr>
              <a:t>对应关</a:t>
            </a:r>
            <a:r>
              <a:rPr lang="zh-CN" sz="2000" b="0" u="none" strike="noStrike">
                <a:solidFill>
                  <a:srgbClr val="000000"/>
                </a:solidFill>
                <a:effectLst/>
                <a:uFillTx/>
                <a:latin typeface="Arial"/>
              </a:rPr>
              <a:t>系的数</a:t>
            </a:r>
            <a:r>
              <a:rPr lang="zh-CN" sz="2000" b="0" u="none" strike="noStrike">
                <a:solidFill>
                  <a:srgbClr val="000000"/>
                </a:solidFill>
                <a:effectLst/>
                <a:uFillTx/>
                <a:latin typeface="Arial"/>
              </a:rPr>
              <a:t>据单</a:t>
            </a:r>
            <a:r>
              <a:rPr lang="zh-CN" sz="2000" b="0" u="none" strike="noStrike">
                <a:solidFill>
                  <a:srgbClr val="000000"/>
                </a:solidFill>
                <a:effectLst/>
                <a:uFillTx/>
                <a:latin typeface="Arial"/>
              </a:rPr>
              <a:t>元。在</a:t>
            </a:r>
            <a:r>
              <a:rPr lang="zh-CN" sz="2000" b="0" u="none" strike="noStrike">
                <a:solidFill>
                  <a:srgbClr val="000000"/>
                </a:solidFill>
                <a:effectLst/>
                <a:uFillTx/>
                <a:latin typeface="Arial"/>
              </a:rPr>
              <a:t>这个例</a:t>
            </a:r>
            <a:r>
              <a:rPr lang="zh-CN" sz="2000" b="0" u="none" strike="noStrike">
                <a:solidFill>
                  <a:srgbClr val="000000"/>
                </a:solidFill>
                <a:effectLst/>
                <a:uFillTx/>
                <a:latin typeface="Arial"/>
              </a:rPr>
              <a:t>子中哪</a:t>
            </a:r>
            <a:r>
              <a:rPr lang="zh-CN" sz="2000" b="0" u="none" strike="noStrike">
                <a:solidFill>
                  <a:srgbClr val="000000"/>
                </a:solidFill>
                <a:effectLst/>
                <a:uFillTx/>
                <a:latin typeface="Arial"/>
              </a:rPr>
              <a:t>些数据</a:t>
            </a:r>
            <a:r>
              <a:rPr lang="zh-CN" sz="2000" b="0" u="none" strike="noStrike">
                <a:solidFill>
                  <a:srgbClr val="000000"/>
                </a:solidFill>
                <a:effectLst/>
                <a:uFillTx/>
                <a:latin typeface="Arial"/>
              </a:rPr>
              <a:t>单元有</a:t>
            </a:r>
            <a:r>
              <a:rPr lang="zh-CN" sz="2000" b="0" u="none" strike="noStrike">
                <a:solidFill>
                  <a:srgbClr val="000000"/>
                </a:solidFill>
                <a:effectLst/>
                <a:uFillTx/>
                <a:latin typeface="Arial"/>
              </a:rPr>
              <a:t>对应关</a:t>
            </a:r>
            <a:r>
              <a:rPr lang="zh-CN" sz="2000" b="0" u="none" strike="noStrike">
                <a:solidFill>
                  <a:srgbClr val="000000"/>
                </a:solidFill>
                <a:effectLst/>
                <a:uFillTx/>
                <a:latin typeface="Arial"/>
              </a:rPr>
              <a:t>系呢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输出数</a:t>
            </a:r>
            <a:r>
              <a:rPr lang="zh-CN" sz="2000" b="0" u="none" strike="noStrike">
                <a:solidFill>
                  <a:srgbClr val="000000"/>
                </a:solidFill>
                <a:effectLst/>
                <a:uFillTx/>
                <a:latin typeface="Arial"/>
              </a:rPr>
              <a:t>据总是</a:t>
            </a:r>
            <a:r>
              <a:rPr lang="zh-CN" sz="2000" b="0" u="none" strike="noStrike">
                <a:solidFill>
                  <a:srgbClr val="000000"/>
                </a:solidFill>
                <a:effectLst/>
                <a:uFillTx/>
                <a:latin typeface="Arial"/>
              </a:rPr>
              <a:t>通过对</a:t>
            </a:r>
            <a:r>
              <a:rPr lang="zh-CN" sz="2000" b="0" u="none" strike="noStrike">
                <a:solidFill>
                  <a:srgbClr val="000000"/>
                </a:solidFill>
                <a:effectLst/>
                <a:uFillTx/>
                <a:latin typeface="Arial"/>
              </a:rPr>
              <a:t>输入数</a:t>
            </a:r>
            <a:r>
              <a:rPr lang="zh-CN" sz="2000" b="0" u="none" strike="noStrike">
                <a:solidFill>
                  <a:srgbClr val="000000"/>
                </a:solidFill>
                <a:effectLst/>
                <a:uFillTx/>
                <a:latin typeface="Arial"/>
              </a:rPr>
              <a:t>据的处</a:t>
            </a:r>
            <a:r>
              <a:rPr lang="zh-CN" sz="2000" b="0" u="none" strike="noStrike">
                <a:solidFill>
                  <a:srgbClr val="000000"/>
                </a:solidFill>
                <a:effectLst/>
                <a:uFillTx/>
                <a:latin typeface="Arial"/>
              </a:rPr>
              <a:t>理而得</a:t>
            </a:r>
            <a:r>
              <a:rPr lang="zh-CN" sz="2000" b="0" u="none" strike="noStrike">
                <a:solidFill>
                  <a:srgbClr val="000000"/>
                </a:solidFill>
                <a:effectLst/>
                <a:uFillTx/>
                <a:latin typeface="Arial"/>
              </a:rPr>
              <a:t>到的，</a:t>
            </a:r>
            <a:r>
              <a:rPr lang="zh-CN" sz="2000" b="0" u="none" strike="noStrike">
                <a:solidFill>
                  <a:srgbClr val="000000"/>
                </a:solidFill>
                <a:effectLst/>
                <a:uFillTx/>
                <a:latin typeface="Arial"/>
              </a:rPr>
              <a:t>因此在</a:t>
            </a:r>
            <a:r>
              <a:rPr lang="zh-CN" sz="2000" b="0" u="none" strike="noStrike">
                <a:solidFill>
                  <a:srgbClr val="000000"/>
                </a:solidFill>
                <a:effectLst/>
                <a:uFillTx/>
                <a:latin typeface="Arial"/>
              </a:rPr>
              <a:t>输入输</a:t>
            </a:r>
            <a:r>
              <a:rPr lang="zh-CN" sz="2000" b="0" u="none" strike="noStrike">
                <a:solidFill>
                  <a:srgbClr val="000000"/>
                </a:solidFill>
                <a:effectLst/>
                <a:uFillTx/>
                <a:latin typeface="Arial"/>
              </a:rPr>
              <a:t>出数据</a:t>
            </a:r>
            <a:r>
              <a:rPr lang="zh-CN" sz="2000" b="0" u="none" strike="noStrike">
                <a:solidFill>
                  <a:srgbClr val="000000"/>
                </a:solidFill>
                <a:effectLst/>
                <a:uFillTx/>
                <a:latin typeface="Arial"/>
              </a:rPr>
              <a:t>结构最</a:t>
            </a:r>
            <a:r>
              <a:rPr lang="zh-CN" sz="2000" b="0" u="none" strike="noStrike">
                <a:solidFill>
                  <a:srgbClr val="000000"/>
                </a:solidFill>
                <a:effectLst/>
                <a:uFillTx/>
                <a:latin typeface="Arial"/>
              </a:rPr>
              <a:t>高层次</a:t>
            </a:r>
            <a:r>
              <a:rPr lang="zh-CN" sz="2000" b="0" u="none" strike="noStrike">
                <a:solidFill>
                  <a:srgbClr val="000000"/>
                </a:solidFill>
                <a:effectLst/>
                <a:uFillTx/>
                <a:latin typeface="Arial"/>
              </a:rPr>
              <a:t>的两个</a:t>
            </a:r>
            <a:r>
              <a:rPr lang="zh-CN" sz="2000" b="0" u="none" strike="noStrike">
                <a:solidFill>
                  <a:srgbClr val="000000"/>
                </a:solidFill>
                <a:effectLst/>
                <a:uFillTx/>
                <a:latin typeface="Arial"/>
              </a:rPr>
              <a:t>单元</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在</a:t>
            </a:r>
            <a:r>
              <a:rPr lang="zh-CN" sz="2000" b="0" u="none" strike="noStrike">
                <a:solidFill>
                  <a:srgbClr val="000000"/>
                </a:solidFill>
                <a:effectLst/>
                <a:uFillTx/>
                <a:latin typeface="Arial"/>
              </a:rPr>
              <a:t>这个例</a:t>
            </a:r>
            <a:r>
              <a:rPr lang="zh-CN" sz="2000" b="0" u="none" strike="noStrike">
                <a:solidFill>
                  <a:srgbClr val="000000"/>
                </a:solidFill>
                <a:effectLst/>
                <a:uFillTx/>
                <a:latin typeface="Arial"/>
              </a:rPr>
              <a:t>子中是</a:t>
            </a:r>
            <a:r>
              <a:rPr lang="en-US" sz="2000" b="0" u="none" strike="noStrike">
                <a:solidFill>
                  <a:srgbClr val="000000"/>
                </a:solidFill>
                <a:effectLst/>
                <a:uFillTx/>
                <a:latin typeface="Arial"/>
              </a:rPr>
              <a:t>“正文</a:t>
            </a:r>
            <a:r>
              <a:rPr lang="zh-CN" sz="2000" b="0" u="none" strike="noStrike">
                <a:solidFill>
                  <a:srgbClr val="000000"/>
                </a:solidFill>
                <a:effectLst/>
                <a:uFillTx/>
                <a:latin typeface="Arial"/>
              </a:rPr>
              <a:t>文件”</a:t>
            </a:r>
            <a:r>
              <a:rPr lang="zh-CN" sz="2000" b="0" u="none" strike="noStrike">
                <a:solidFill>
                  <a:srgbClr val="000000"/>
                </a:solidFill>
                <a:effectLst/>
                <a:uFillTx/>
                <a:latin typeface="Arial"/>
              </a:rPr>
              <a:t>和“输</a:t>
            </a:r>
            <a:r>
              <a:rPr lang="zh-CN" sz="2000" b="0" u="none" strike="noStrike">
                <a:solidFill>
                  <a:srgbClr val="000000"/>
                </a:solidFill>
                <a:effectLst/>
                <a:uFillTx/>
                <a:latin typeface="Arial"/>
              </a:rPr>
              <a:t>出表</a:t>
            </a:r>
            <a:r>
              <a:rPr lang="zh-CN" sz="2000" b="0" u="none" strike="noStrike">
                <a:solidFill>
                  <a:srgbClr val="000000"/>
                </a:solidFill>
                <a:effectLst/>
                <a:uFillTx/>
                <a:latin typeface="Arial"/>
              </a:rPr>
              <a:t>格”</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总</a:t>
            </a:r>
            <a:r>
              <a:rPr lang="zh-CN" sz="2000" b="0" u="none" strike="noStrike">
                <a:solidFill>
                  <a:srgbClr val="000000"/>
                </a:solidFill>
                <a:effectLst/>
                <a:uFillTx/>
                <a:latin typeface="Arial"/>
              </a:rPr>
              <a:t>是有对</a:t>
            </a:r>
            <a:r>
              <a:rPr lang="zh-CN" sz="2000" b="0" u="none" strike="noStrike">
                <a:solidFill>
                  <a:srgbClr val="000000"/>
                </a:solidFill>
                <a:effectLst/>
                <a:uFillTx/>
                <a:latin typeface="Arial"/>
              </a:rPr>
              <a:t>应关系</a:t>
            </a:r>
            <a:r>
              <a:rPr lang="zh-CN" sz="2000" b="0" u="none" strike="noStrike">
                <a:solidFill>
                  <a:srgbClr val="000000"/>
                </a:solidFill>
                <a:effectLst/>
                <a:uFillTx/>
                <a:latin typeface="Arial"/>
              </a:rPr>
              <a:t>的。</a:t>
            </a:r>
            <a:r>
              <a:rPr lang="en-US" sz="2000" b="0" u="none" strike="noStrike">
                <a:solidFill>
                  <a:srgbClr val="000000"/>
                </a:solidFill>
                <a:effectLst/>
                <a:uFillTx/>
                <a:latin typeface="Arial"/>
              </a:rPr>
              <a:t>“字符</a:t>
            </a:r>
            <a:r>
              <a:rPr lang="zh-CN" sz="2000" b="0" u="none" strike="noStrike">
                <a:solidFill>
                  <a:srgbClr val="000000"/>
                </a:solidFill>
                <a:effectLst/>
                <a:uFillTx/>
                <a:latin typeface="Arial"/>
              </a:rPr>
              <a:t>串”和</a:t>
            </a:r>
            <a:r>
              <a:rPr lang="en-US" sz="2000" b="0" u="none" strike="noStrike">
                <a:solidFill>
                  <a:srgbClr val="000000"/>
                </a:solidFill>
                <a:effectLst/>
                <a:uFillTx/>
                <a:latin typeface="Arial"/>
              </a:rPr>
              <a:t>“串信</a:t>
            </a:r>
            <a:r>
              <a:rPr lang="zh-CN" sz="2000" b="0" u="none" strike="noStrike">
                <a:solidFill>
                  <a:srgbClr val="000000"/>
                </a:solidFill>
                <a:effectLst/>
                <a:uFillTx/>
                <a:latin typeface="Arial"/>
              </a:rPr>
              <a:t>息”也</a:t>
            </a:r>
            <a:r>
              <a:rPr lang="zh-CN" sz="2000" b="0" u="none" strike="noStrike">
                <a:solidFill>
                  <a:srgbClr val="000000"/>
                </a:solidFill>
                <a:effectLst/>
                <a:uFillTx/>
                <a:latin typeface="Arial"/>
              </a:rPr>
              <a:t>是一对</a:t>
            </a:r>
            <a:r>
              <a:rPr lang="zh-CN" sz="2000" b="0" u="none" strike="noStrike">
                <a:solidFill>
                  <a:srgbClr val="000000"/>
                </a:solidFill>
                <a:effectLst/>
                <a:uFillTx/>
                <a:latin typeface="Arial"/>
              </a:rPr>
              <a:t>有对应</a:t>
            </a:r>
            <a:r>
              <a:rPr lang="zh-CN" sz="2000" b="0" u="none" strike="noStrike">
                <a:solidFill>
                  <a:srgbClr val="000000"/>
                </a:solidFill>
                <a:effectLst/>
                <a:uFillTx/>
                <a:latin typeface="Arial"/>
              </a:rPr>
              <a:t>关系的</a:t>
            </a:r>
            <a:r>
              <a:rPr lang="zh-CN" sz="2000" b="0" u="none" strike="noStrike">
                <a:solidFill>
                  <a:srgbClr val="000000"/>
                </a:solidFill>
                <a:effectLst/>
                <a:uFillTx/>
                <a:latin typeface="Arial"/>
              </a:rPr>
              <a:t>单元。</a:t>
            </a:r>
            <a:endParaRPr lang="en-US" sz="2000" b="0" u="none" strike="noStrike">
              <a:solidFill>
                <a:srgbClr val="000000"/>
              </a:solidFill>
              <a:effectLst/>
              <a:uFillTx/>
              <a:latin typeface="Arial"/>
            </a:endParaRPr>
          </a:p>
        </p:txBody>
      </p:sp>
      <p:sp>
        <p:nvSpPr>
          <p:cNvPr id="623" name="PlaceHolder 3"/>
          <p:cNvSpPr>
            <a:spLocks noGrp="1"/>
          </p:cNvSpPr>
          <p:nvPr>
            <p:ph type="sldNum" idx="6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17AD3CA-1D3A-4E89-B891-B063FC7C927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1143000" y="685800"/>
            <a:ext cx="4571640" cy="3428640"/>
          </a:xfrm>
          <a:prstGeom prst="rect">
            <a:avLst/>
          </a:prstGeom>
          <a:ln w="0">
            <a:noFill/>
          </a:ln>
        </p:spPr>
      </p:sp>
      <p:sp>
        <p:nvSpPr>
          <p:cNvPr id="62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第三步</a:t>
            </a:r>
            <a:r>
              <a:rPr lang="zh-CN" sz="2000" b="0" u="none" strike="noStrike">
                <a:solidFill>
                  <a:srgbClr val="000000"/>
                </a:solidFill>
                <a:effectLst/>
                <a:uFillTx/>
                <a:latin typeface="Arial"/>
              </a:rPr>
              <a:t>是从数</a:t>
            </a:r>
            <a:r>
              <a:rPr lang="zh-CN" sz="2000" b="0" u="none" strike="noStrike">
                <a:solidFill>
                  <a:srgbClr val="000000"/>
                </a:solidFill>
                <a:effectLst/>
                <a:uFillTx/>
                <a:latin typeface="Arial"/>
              </a:rPr>
              <a:t>据结构</a:t>
            </a:r>
            <a:r>
              <a:rPr lang="zh-CN" sz="2000" b="0" u="none" strike="noStrike">
                <a:solidFill>
                  <a:srgbClr val="000000"/>
                </a:solidFill>
                <a:effectLst/>
                <a:uFillTx/>
                <a:latin typeface="Arial"/>
              </a:rPr>
              <a:t>图导出</a:t>
            </a:r>
            <a:r>
              <a:rPr lang="zh-CN" sz="2000" b="0" u="none" strike="noStrike">
                <a:solidFill>
                  <a:srgbClr val="000000"/>
                </a:solidFill>
                <a:effectLst/>
                <a:uFillTx/>
                <a:latin typeface="Arial"/>
              </a:rPr>
              <a:t>程序结</a:t>
            </a:r>
            <a:r>
              <a:rPr lang="zh-CN" sz="2000" b="0" u="none" strike="noStrike">
                <a:solidFill>
                  <a:srgbClr val="000000"/>
                </a:solidFill>
                <a:effectLst/>
                <a:uFillTx/>
                <a:latin typeface="Arial"/>
              </a:rPr>
              <a:t>构图。</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按照前</a:t>
            </a:r>
            <a:r>
              <a:rPr lang="zh-CN" sz="2000" b="0" u="none" strike="noStrike">
                <a:solidFill>
                  <a:srgbClr val="000000"/>
                </a:solidFill>
                <a:effectLst/>
                <a:uFillTx/>
                <a:latin typeface="Arial"/>
              </a:rPr>
              <a:t>面已经</a:t>
            </a:r>
            <a:r>
              <a:rPr lang="zh-CN" sz="2000" b="0" u="none" strike="noStrike">
                <a:solidFill>
                  <a:srgbClr val="000000"/>
                </a:solidFill>
                <a:effectLst/>
                <a:uFillTx/>
                <a:latin typeface="Arial"/>
              </a:rPr>
              <a:t>讲述过</a:t>
            </a:r>
            <a:r>
              <a:rPr lang="zh-CN" sz="2000" b="0" u="none" strike="noStrike">
                <a:solidFill>
                  <a:srgbClr val="000000"/>
                </a:solidFill>
                <a:effectLst/>
                <a:uFillTx/>
                <a:latin typeface="Arial"/>
              </a:rPr>
              <a:t>的规</a:t>
            </a:r>
            <a:r>
              <a:rPr lang="zh-CN" sz="2000" b="0" u="none" strike="noStrike">
                <a:solidFill>
                  <a:srgbClr val="000000"/>
                </a:solidFill>
                <a:effectLst/>
                <a:uFillTx/>
                <a:latin typeface="Arial"/>
              </a:rPr>
              <a:t>则，这</a:t>
            </a:r>
            <a:r>
              <a:rPr lang="zh-CN" sz="2000" b="0" u="none" strike="noStrike">
                <a:solidFill>
                  <a:srgbClr val="000000"/>
                </a:solidFill>
                <a:effectLst/>
                <a:uFillTx/>
                <a:latin typeface="Arial"/>
              </a:rPr>
              <a:t>个步骤</a:t>
            </a:r>
            <a:r>
              <a:rPr lang="zh-CN" sz="2000" b="0" u="none" strike="noStrike">
                <a:solidFill>
                  <a:srgbClr val="000000"/>
                </a:solidFill>
                <a:effectLst/>
                <a:uFillTx/>
                <a:latin typeface="Arial"/>
              </a:rPr>
              <a:t>的大致</a:t>
            </a:r>
            <a:r>
              <a:rPr lang="zh-CN" sz="2000" b="0" u="none" strike="noStrike">
                <a:solidFill>
                  <a:srgbClr val="000000"/>
                </a:solidFill>
                <a:effectLst/>
                <a:uFillTx/>
                <a:latin typeface="Arial"/>
              </a:rPr>
              <a:t>过程如</a:t>
            </a:r>
            <a:r>
              <a:rPr lang="zh-CN" sz="2000" b="0" u="none" strike="noStrike">
                <a:solidFill>
                  <a:srgbClr val="000000"/>
                </a:solidFill>
                <a:effectLst/>
                <a:uFillTx/>
                <a:latin typeface="Arial"/>
              </a:rPr>
              <a:t>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首先，</a:t>
            </a:r>
            <a:r>
              <a:rPr lang="zh-CN" sz="2000" b="0" u="none" strike="noStrike">
                <a:solidFill>
                  <a:srgbClr val="000000"/>
                </a:solidFill>
                <a:effectLst/>
                <a:uFillTx/>
                <a:latin typeface="Arial"/>
              </a:rPr>
              <a:t>在描绘</a:t>
            </a:r>
            <a:r>
              <a:rPr lang="zh-CN" sz="2000" b="0" u="none" strike="noStrike">
                <a:solidFill>
                  <a:srgbClr val="000000"/>
                </a:solidFill>
                <a:effectLst/>
                <a:uFillTx/>
                <a:latin typeface="Arial"/>
              </a:rPr>
              <a:t>程序结</a:t>
            </a:r>
            <a:r>
              <a:rPr lang="zh-CN" sz="2000" b="0" u="none" strike="noStrike">
                <a:solidFill>
                  <a:srgbClr val="000000"/>
                </a:solidFill>
                <a:effectLst/>
                <a:uFillTx/>
                <a:latin typeface="Arial"/>
              </a:rPr>
              <a:t>构的</a:t>
            </a:r>
            <a:r>
              <a:rPr lang="en-US" sz="2000" b="0" u="none" strike="noStrike">
                <a:solidFill>
                  <a:srgbClr val="000000"/>
                </a:solidFill>
                <a:effectLst/>
                <a:uFillTx/>
                <a:latin typeface="Arial"/>
              </a:rPr>
              <a:t>Jackson</a:t>
            </a:r>
            <a:r>
              <a:rPr lang="zh-CN" sz="2000" b="0" u="none" strike="noStrike">
                <a:solidFill>
                  <a:srgbClr val="000000"/>
                </a:solidFill>
                <a:effectLst/>
                <a:uFillTx/>
                <a:latin typeface="Arial"/>
              </a:rPr>
              <a:t>图的最</a:t>
            </a:r>
            <a:r>
              <a:rPr lang="zh-CN" sz="2000" b="0" u="none" strike="noStrike">
                <a:solidFill>
                  <a:srgbClr val="000000"/>
                </a:solidFill>
                <a:effectLst/>
                <a:uFillTx/>
                <a:latin typeface="Arial"/>
              </a:rPr>
              <a:t>顶层画</a:t>
            </a:r>
            <a:r>
              <a:rPr lang="zh-CN" sz="2000" b="0" u="none" strike="noStrike">
                <a:solidFill>
                  <a:srgbClr val="000000"/>
                </a:solidFill>
                <a:effectLst/>
                <a:uFillTx/>
                <a:latin typeface="Arial"/>
              </a:rPr>
              <a:t>一个处</a:t>
            </a:r>
            <a:r>
              <a:rPr lang="zh-CN" sz="2000" b="0" u="none" strike="noStrike">
                <a:solidFill>
                  <a:srgbClr val="000000"/>
                </a:solidFill>
                <a:effectLst/>
                <a:uFillTx/>
                <a:latin typeface="Arial"/>
              </a:rPr>
              <a:t>理框</a:t>
            </a:r>
            <a:r>
              <a:rPr lang="en-US" sz="2000" b="0" u="none" strike="noStrike">
                <a:solidFill>
                  <a:srgbClr val="000000"/>
                </a:solidFill>
                <a:effectLst/>
                <a:uFillTx/>
                <a:latin typeface="Arial"/>
              </a:rPr>
              <a:t>“统计</a:t>
            </a:r>
            <a:r>
              <a:rPr lang="zh-CN" sz="2000" b="0" u="none" strike="noStrike">
                <a:solidFill>
                  <a:srgbClr val="000000"/>
                </a:solidFill>
                <a:effectLst/>
                <a:uFillTx/>
                <a:latin typeface="Arial"/>
              </a:rPr>
              <a:t>空</a:t>
            </a:r>
            <a:r>
              <a:rPr lang="zh-CN" sz="2000" b="0" u="none" strike="noStrike">
                <a:solidFill>
                  <a:srgbClr val="000000"/>
                </a:solidFill>
                <a:effectLst/>
                <a:uFillTx/>
                <a:latin typeface="Arial"/>
              </a:rPr>
              <a:t>格”，</a:t>
            </a:r>
            <a:r>
              <a:rPr lang="zh-CN" sz="2000" b="0" u="none" strike="noStrike">
                <a:solidFill>
                  <a:srgbClr val="000000"/>
                </a:solidFill>
                <a:effectLst/>
                <a:uFillTx/>
                <a:latin typeface="Arial"/>
              </a:rPr>
              <a:t>它与</a:t>
            </a:r>
            <a:r>
              <a:rPr lang="en-US" sz="2000" b="0" u="none" strike="noStrike">
                <a:solidFill>
                  <a:srgbClr val="000000"/>
                </a:solidFill>
                <a:effectLst/>
                <a:uFillTx/>
                <a:latin typeface="Arial"/>
              </a:rPr>
              <a:t>“正文</a:t>
            </a:r>
            <a:r>
              <a:rPr lang="zh-CN" sz="2000" b="0" u="none" strike="noStrike">
                <a:solidFill>
                  <a:srgbClr val="000000"/>
                </a:solidFill>
                <a:effectLst/>
                <a:uFillTx/>
                <a:latin typeface="Arial"/>
              </a:rPr>
              <a:t>文件”</a:t>
            </a:r>
            <a:r>
              <a:rPr lang="zh-CN" sz="2000" b="0" u="none" strike="noStrike">
                <a:solidFill>
                  <a:srgbClr val="000000"/>
                </a:solidFill>
                <a:effectLst/>
                <a:uFillTx/>
                <a:latin typeface="Arial"/>
              </a:rPr>
              <a:t>和“输</a:t>
            </a:r>
            <a:r>
              <a:rPr lang="zh-CN" sz="2000" b="0" u="none" strike="noStrike">
                <a:solidFill>
                  <a:srgbClr val="000000"/>
                </a:solidFill>
                <a:effectLst/>
                <a:uFillTx/>
                <a:latin typeface="Arial"/>
              </a:rPr>
              <a:t>出表</a:t>
            </a:r>
            <a:r>
              <a:rPr lang="zh-CN" sz="2000" b="0" u="none" strike="noStrike">
                <a:solidFill>
                  <a:srgbClr val="000000"/>
                </a:solidFill>
                <a:effectLst/>
                <a:uFillTx/>
                <a:latin typeface="Arial"/>
              </a:rPr>
              <a:t>格”这</a:t>
            </a:r>
            <a:r>
              <a:rPr lang="zh-CN" sz="2000" b="0" u="none" strike="noStrike">
                <a:solidFill>
                  <a:srgbClr val="000000"/>
                </a:solidFill>
                <a:effectLst/>
                <a:uFillTx/>
                <a:latin typeface="Arial"/>
              </a:rPr>
              <a:t>对最顶</a:t>
            </a:r>
            <a:r>
              <a:rPr lang="zh-CN" sz="2000" b="0" u="none" strike="noStrike">
                <a:solidFill>
                  <a:srgbClr val="000000"/>
                </a:solidFill>
                <a:effectLst/>
                <a:uFillTx/>
                <a:latin typeface="Arial"/>
              </a:rPr>
              <a:t>层的数</a:t>
            </a:r>
            <a:r>
              <a:rPr lang="zh-CN" sz="2000" b="0" u="none" strike="noStrike">
                <a:solidFill>
                  <a:srgbClr val="000000"/>
                </a:solidFill>
                <a:effectLst/>
                <a:uFillTx/>
                <a:latin typeface="Arial"/>
              </a:rPr>
              <a:t>据单元</a:t>
            </a:r>
            <a:r>
              <a:rPr lang="zh-CN" sz="2000" b="0" u="none" strike="noStrike">
                <a:solidFill>
                  <a:srgbClr val="000000"/>
                </a:solidFill>
                <a:effectLst/>
                <a:uFillTx/>
                <a:latin typeface="Arial"/>
              </a:rPr>
              <a:t>相对</a:t>
            </a:r>
            <a:r>
              <a:rPr lang="zh-CN" sz="2000" b="0" u="none" strike="noStrike">
                <a:solidFill>
                  <a:srgbClr val="000000"/>
                </a:solidFill>
                <a:effectLst/>
                <a:uFillTx/>
                <a:latin typeface="Arial"/>
              </a:rPr>
              <a:t>应。但</a:t>
            </a:r>
            <a:r>
              <a:rPr lang="zh-CN" sz="2000" b="0" u="none" strike="noStrike">
                <a:solidFill>
                  <a:srgbClr val="000000"/>
                </a:solidFill>
                <a:effectLst/>
                <a:uFillTx/>
                <a:latin typeface="Arial"/>
              </a:rPr>
              <a:t>是接下</a:t>
            </a:r>
            <a:r>
              <a:rPr lang="zh-CN" sz="2000" b="0" u="none" strike="noStrike">
                <a:solidFill>
                  <a:srgbClr val="000000"/>
                </a:solidFill>
                <a:effectLst/>
                <a:uFillTx/>
                <a:latin typeface="Arial"/>
              </a:rPr>
              <a:t>来还不</a:t>
            </a:r>
            <a:r>
              <a:rPr lang="zh-CN" sz="2000" b="0" u="none" strike="noStrike">
                <a:solidFill>
                  <a:srgbClr val="000000"/>
                </a:solidFill>
                <a:effectLst/>
                <a:uFillTx/>
                <a:latin typeface="Arial"/>
              </a:rPr>
              <a:t>能立即</a:t>
            </a:r>
            <a:r>
              <a:rPr lang="zh-CN" sz="2000" b="0" u="none" strike="noStrike">
                <a:solidFill>
                  <a:srgbClr val="000000"/>
                </a:solidFill>
                <a:effectLst/>
                <a:uFillTx/>
                <a:latin typeface="Arial"/>
              </a:rPr>
              <a:t>画与另</a:t>
            </a:r>
            <a:r>
              <a:rPr lang="zh-CN" sz="2000" b="0" u="none" strike="noStrike">
                <a:solidFill>
                  <a:srgbClr val="000000"/>
                </a:solidFill>
                <a:effectLst/>
                <a:uFillTx/>
                <a:latin typeface="Arial"/>
              </a:rPr>
              <a:t>一对数</a:t>
            </a:r>
            <a:r>
              <a:rPr lang="zh-CN" sz="2000" b="0" u="none" strike="noStrike">
                <a:solidFill>
                  <a:srgbClr val="000000"/>
                </a:solidFill>
                <a:effectLst/>
                <a:uFillTx/>
                <a:latin typeface="Arial"/>
              </a:rPr>
              <a:t>据单元</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字符</a:t>
            </a:r>
            <a:r>
              <a:rPr lang="zh-CN" sz="2000" b="0" u="none" strike="noStrike">
                <a:solidFill>
                  <a:srgbClr val="000000"/>
                </a:solidFill>
                <a:effectLst/>
                <a:uFillTx/>
                <a:latin typeface="Arial"/>
              </a:rPr>
              <a:t>串”和</a:t>
            </a:r>
            <a:r>
              <a:rPr lang="en-US" sz="2000" b="0" u="none" strike="noStrike">
                <a:solidFill>
                  <a:srgbClr val="000000"/>
                </a:solidFill>
                <a:effectLst/>
                <a:uFillTx/>
                <a:latin typeface="Arial"/>
              </a:rPr>
              <a:t>“串信</a:t>
            </a:r>
            <a:r>
              <a:rPr lang="zh-CN" sz="2000" b="0" u="none" strike="noStrike">
                <a:solidFill>
                  <a:srgbClr val="000000"/>
                </a:solidFill>
                <a:effectLst/>
                <a:uFillTx/>
                <a:latin typeface="Arial"/>
              </a:rPr>
              <a:t>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相</a:t>
            </a:r>
            <a:r>
              <a:rPr lang="zh-CN" sz="2000" b="0" u="none" strike="noStrike">
                <a:solidFill>
                  <a:srgbClr val="000000"/>
                </a:solidFill>
                <a:effectLst/>
                <a:uFillTx/>
                <a:latin typeface="Arial"/>
              </a:rPr>
              <a:t>对应的</a:t>
            </a:r>
            <a:r>
              <a:rPr lang="zh-CN" sz="2000" b="0" u="none" strike="noStrike">
                <a:solidFill>
                  <a:srgbClr val="000000"/>
                </a:solidFill>
                <a:effectLst/>
                <a:uFillTx/>
                <a:latin typeface="Arial"/>
              </a:rPr>
              <a:t>处理</a:t>
            </a:r>
            <a:r>
              <a:rPr lang="zh-CN" sz="2000" b="0" u="none" strike="noStrike">
                <a:solidFill>
                  <a:srgbClr val="000000"/>
                </a:solidFill>
                <a:effectLst/>
                <a:uFillTx/>
                <a:latin typeface="Arial"/>
              </a:rPr>
              <a:t>框，因</a:t>
            </a:r>
            <a:r>
              <a:rPr lang="zh-CN" sz="2000" b="0" u="none" strike="noStrike">
                <a:solidFill>
                  <a:srgbClr val="000000"/>
                </a:solidFill>
                <a:effectLst/>
                <a:uFillTx/>
                <a:latin typeface="Arial"/>
              </a:rPr>
              <a:t>为在输</a:t>
            </a:r>
            <a:r>
              <a:rPr lang="zh-CN" sz="2000" b="0" u="none" strike="noStrike">
                <a:solidFill>
                  <a:srgbClr val="000000"/>
                </a:solidFill>
                <a:effectLst/>
                <a:uFillTx/>
                <a:latin typeface="Arial"/>
              </a:rPr>
              <a:t>出数据</a:t>
            </a:r>
            <a:r>
              <a:rPr lang="zh-CN" sz="2000" b="0" u="none" strike="noStrike">
                <a:solidFill>
                  <a:srgbClr val="000000"/>
                </a:solidFill>
                <a:effectLst/>
                <a:uFillTx/>
                <a:latin typeface="Arial"/>
              </a:rPr>
              <a:t>结构中</a:t>
            </a:r>
            <a:r>
              <a:rPr lang="en-US" sz="2000" b="0" u="none" strike="noStrike">
                <a:solidFill>
                  <a:srgbClr val="000000"/>
                </a:solidFill>
                <a:effectLst/>
                <a:uFillTx/>
                <a:latin typeface="Arial"/>
              </a:rPr>
              <a:t>“串信</a:t>
            </a:r>
            <a:r>
              <a:rPr lang="zh-CN" sz="2000" b="0" u="none" strike="noStrike">
                <a:solidFill>
                  <a:srgbClr val="000000"/>
                </a:solidFill>
                <a:effectLst/>
                <a:uFillTx/>
                <a:latin typeface="Arial"/>
              </a:rPr>
              <a:t>息”的</a:t>
            </a:r>
            <a:r>
              <a:rPr lang="zh-CN" sz="2000" b="0" u="none" strike="noStrike">
                <a:solidFill>
                  <a:srgbClr val="000000"/>
                </a:solidFill>
                <a:effectLst/>
                <a:uFillTx/>
                <a:latin typeface="Arial"/>
              </a:rPr>
              <a:t>上层还</a:t>
            </a:r>
            <a:r>
              <a:rPr lang="zh-CN" sz="2000" b="0" u="none" strike="noStrike">
                <a:solidFill>
                  <a:srgbClr val="000000"/>
                </a:solidFill>
                <a:effectLst/>
                <a:uFillTx/>
                <a:latin typeface="Arial"/>
              </a:rPr>
              <a:t>有“表</a:t>
            </a:r>
            <a:r>
              <a:rPr lang="zh-CN" sz="2000" b="0" u="none" strike="noStrike">
                <a:solidFill>
                  <a:srgbClr val="000000"/>
                </a:solidFill>
                <a:effectLst/>
                <a:uFillTx/>
                <a:latin typeface="Arial"/>
              </a:rPr>
              <a:t>格体”</a:t>
            </a:r>
            <a:r>
              <a:rPr lang="zh-CN" sz="2000" b="0" u="none" strike="noStrike">
                <a:solidFill>
                  <a:srgbClr val="000000"/>
                </a:solidFill>
                <a:effectLst/>
                <a:uFillTx/>
                <a:latin typeface="Arial"/>
              </a:rPr>
              <a:t>和“空</a:t>
            </a:r>
            <a:r>
              <a:rPr lang="zh-CN" sz="2000" b="0" u="none" strike="noStrike">
                <a:solidFill>
                  <a:srgbClr val="000000"/>
                </a:solidFill>
                <a:effectLst/>
                <a:uFillTx/>
                <a:latin typeface="Arial"/>
              </a:rPr>
              <a:t>格总</a:t>
            </a:r>
            <a:r>
              <a:rPr lang="zh-CN" sz="2000" b="0" u="none" strike="noStrike">
                <a:solidFill>
                  <a:srgbClr val="000000"/>
                </a:solidFill>
                <a:effectLst/>
                <a:uFillTx/>
                <a:latin typeface="Arial"/>
              </a:rPr>
              <a:t>数”两</a:t>
            </a:r>
            <a:r>
              <a:rPr lang="zh-CN" sz="2000" b="0" u="none" strike="noStrike">
                <a:solidFill>
                  <a:srgbClr val="000000"/>
                </a:solidFill>
                <a:effectLst/>
                <a:uFillTx/>
                <a:latin typeface="Arial"/>
              </a:rPr>
              <a:t>个数据</a:t>
            </a:r>
            <a:r>
              <a:rPr lang="zh-CN" sz="2000" b="0" u="none" strike="noStrike">
                <a:solidFill>
                  <a:srgbClr val="000000"/>
                </a:solidFill>
                <a:effectLst/>
                <a:uFillTx/>
                <a:latin typeface="Arial"/>
              </a:rPr>
              <a:t>单元，</a:t>
            </a:r>
            <a:r>
              <a:rPr lang="zh-CN" sz="2000" b="0" u="none" strike="noStrike">
                <a:solidFill>
                  <a:srgbClr val="000000"/>
                </a:solidFill>
                <a:effectLst/>
                <a:uFillTx/>
                <a:latin typeface="Arial"/>
              </a:rPr>
              <a:t>在程序</a:t>
            </a:r>
            <a:r>
              <a:rPr lang="zh-CN" sz="2000" b="0" u="none" strike="noStrike">
                <a:solidFill>
                  <a:srgbClr val="000000"/>
                </a:solidFill>
                <a:effectLst/>
                <a:uFillTx/>
                <a:latin typeface="Arial"/>
              </a:rPr>
              <a:t>结构图</a:t>
            </a:r>
            <a:r>
              <a:rPr lang="zh-CN" sz="2000" b="0" u="none" strike="noStrike">
                <a:solidFill>
                  <a:srgbClr val="000000"/>
                </a:solidFill>
                <a:effectLst/>
                <a:uFillTx/>
                <a:latin typeface="Arial"/>
              </a:rPr>
              <a:t>的第二</a:t>
            </a:r>
            <a:r>
              <a:rPr lang="zh-CN" sz="2000" b="0" u="none" strike="noStrike">
                <a:solidFill>
                  <a:srgbClr val="000000"/>
                </a:solidFill>
                <a:effectLst/>
                <a:uFillTx/>
                <a:latin typeface="Arial"/>
              </a:rPr>
              <a:t>层应该</a:t>
            </a:r>
            <a:r>
              <a:rPr lang="zh-CN" sz="2000" b="0" u="none" strike="noStrike">
                <a:solidFill>
                  <a:srgbClr val="000000"/>
                </a:solidFill>
                <a:effectLst/>
                <a:uFillTx/>
                <a:latin typeface="Arial"/>
              </a:rPr>
              <a:t>有与这</a:t>
            </a:r>
            <a:r>
              <a:rPr lang="zh-CN" sz="2000" b="0" u="none" strike="noStrike">
                <a:solidFill>
                  <a:srgbClr val="000000"/>
                </a:solidFill>
                <a:effectLst/>
                <a:uFillTx/>
                <a:latin typeface="Arial"/>
              </a:rPr>
              <a:t>两个单</a:t>
            </a:r>
            <a:r>
              <a:rPr lang="zh-CN" sz="2000" b="0" u="none" strike="noStrike">
                <a:solidFill>
                  <a:srgbClr val="000000"/>
                </a:solidFill>
                <a:effectLst/>
                <a:uFillTx/>
                <a:latin typeface="Arial"/>
              </a:rPr>
              <a:t>元对应</a:t>
            </a:r>
            <a:r>
              <a:rPr lang="zh-CN" sz="2000" b="0" u="none" strike="noStrike">
                <a:solidFill>
                  <a:srgbClr val="000000"/>
                </a:solidFill>
                <a:effectLst/>
                <a:uFillTx/>
                <a:latin typeface="Arial"/>
              </a:rPr>
              <a:t>的处理</a:t>
            </a:r>
            <a:r>
              <a:rPr lang="zh-CN" sz="2000" b="0" u="none" strike="noStrike">
                <a:solidFill>
                  <a:srgbClr val="000000"/>
                </a:solidFill>
                <a:effectLst/>
                <a:uFillTx/>
                <a:latin typeface="Arial"/>
              </a:rPr>
              <a:t>框——</a:t>
            </a:r>
            <a:r>
              <a:rPr lang="en-US" sz="2000" b="0" u="none" strike="noStrike">
                <a:solidFill>
                  <a:srgbClr val="000000"/>
                </a:solidFill>
                <a:effectLst/>
                <a:uFillTx/>
                <a:latin typeface="Arial"/>
              </a:rPr>
              <a:t>“程序</a:t>
            </a:r>
            <a:r>
              <a:rPr lang="zh-CN" sz="2000" b="0" u="none" strike="noStrike">
                <a:solidFill>
                  <a:srgbClr val="000000"/>
                </a:solidFill>
                <a:effectLst/>
                <a:uFillTx/>
                <a:latin typeface="Arial"/>
              </a:rPr>
              <a:t>体”和</a:t>
            </a:r>
            <a:r>
              <a:rPr lang="en-US" sz="2000" b="0" u="none" strike="noStrike">
                <a:solidFill>
                  <a:srgbClr val="000000"/>
                </a:solidFill>
                <a:effectLst/>
                <a:uFillTx/>
                <a:latin typeface="Arial"/>
              </a:rPr>
              <a:t>“印总</a:t>
            </a:r>
            <a:r>
              <a:rPr lang="zh-CN" sz="2000" b="0" u="none" strike="noStrike">
                <a:solidFill>
                  <a:srgbClr val="000000"/>
                </a:solidFill>
                <a:effectLst/>
                <a:uFillTx/>
                <a:latin typeface="Arial"/>
              </a:rPr>
              <a:t>数”。</a:t>
            </a:r>
            <a:r>
              <a:rPr lang="zh-CN" sz="2000" b="0" u="none" strike="noStrike">
                <a:solidFill>
                  <a:srgbClr val="000000"/>
                </a:solidFill>
                <a:effectLst/>
                <a:uFillTx/>
                <a:latin typeface="Arial"/>
              </a:rPr>
              <a:t>因此，</a:t>
            </a:r>
            <a:r>
              <a:rPr lang="zh-CN" sz="2000" b="0" u="none" strike="noStrike">
                <a:solidFill>
                  <a:srgbClr val="000000"/>
                </a:solidFill>
                <a:effectLst/>
                <a:uFillTx/>
                <a:latin typeface="Arial"/>
              </a:rPr>
              <a:t>在程序</a:t>
            </a:r>
            <a:r>
              <a:rPr lang="zh-CN" sz="2000" b="0" u="none" strike="noStrike">
                <a:solidFill>
                  <a:srgbClr val="000000"/>
                </a:solidFill>
                <a:effectLst/>
                <a:uFillTx/>
                <a:latin typeface="Arial"/>
              </a:rPr>
              <a:t>结构图</a:t>
            </a:r>
            <a:r>
              <a:rPr lang="zh-CN" sz="2000" b="0" u="none" strike="noStrike">
                <a:solidFill>
                  <a:srgbClr val="000000"/>
                </a:solidFill>
                <a:effectLst/>
                <a:uFillTx/>
                <a:latin typeface="Arial"/>
              </a:rPr>
              <a:t>的第三</a:t>
            </a:r>
            <a:r>
              <a:rPr lang="zh-CN" sz="2000" b="0" u="none" strike="noStrike">
                <a:solidFill>
                  <a:srgbClr val="000000"/>
                </a:solidFill>
                <a:effectLst/>
                <a:uFillTx/>
                <a:latin typeface="Arial"/>
              </a:rPr>
              <a:t>层才是</a:t>
            </a:r>
            <a:r>
              <a:rPr lang="zh-CN" sz="2000" b="0" u="none" strike="noStrike">
                <a:solidFill>
                  <a:srgbClr val="000000"/>
                </a:solidFill>
                <a:effectLst/>
                <a:uFillTx/>
                <a:latin typeface="Arial"/>
              </a:rPr>
              <a:t>与“字</a:t>
            </a:r>
            <a:r>
              <a:rPr lang="zh-CN" sz="2000" b="0" u="none" strike="noStrike">
                <a:solidFill>
                  <a:srgbClr val="000000"/>
                </a:solidFill>
                <a:effectLst/>
                <a:uFillTx/>
                <a:latin typeface="Arial"/>
              </a:rPr>
              <a:t>符串”</a:t>
            </a:r>
            <a:r>
              <a:rPr lang="zh-CN" sz="2000" b="0" u="none" strike="noStrike">
                <a:solidFill>
                  <a:srgbClr val="000000"/>
                </a:solidFill>
                <a:effectLst/>
                <a:uFillTx/>
                <a:latin typeface="Arial"/>
              </a:rPr>
              <a:t>和“串</a:t>
            </a:r>
            <a:r>
              <a:rPr lang="zh-CN" sz="2000" b="0" u="none" strike="noStrike">
                <a:solidFill>
                  <a:srgbClr val="000000"/>
                </a:solidFill>
                <a:effectLst/>
                <a:uFillTx/>
                <a:latin typeface="Arial"/>
              </a:rPr>
              <a:t>信息”</a:t>
            </a:r>
            <a:r>
              <a:rPr lang="zh-CN" sz="2000" b="0" u="none" strike="noStrike">
                <a:solidFill>
                  <a:srgbClr val="000000"/>
                </a:solidFill>
                <a:effectLst/>
                <a:uFillTx/>
                <a:latin typeface="Arial"/>
              </a:rPr>
              <a:t>相对应</a:t>
            </a:r>
            <a:r>
              <a:rPr lang="zh-CN" sz="2000" b="0" u="none" strike="noStrike">
                <a:solidFill>
                  <a:srgbClr val="000000"/>
                </a:solidFill>
                <a:effectLst/>
                <a:uFillTx/>
                <a:latin typeface="Arial"/>
              </a:rPr>
              <a:t>的处理</a:t>
            </a:r>
            <a:r>
              <a:rPr lang="zh-CN" sz="2000" b="0" u="none" strike="noStrike">
                <a:solidFill>
                  <a:srgbClr val="000000"/>
                </a:solidFill>
                <a:effectLst/>
                <a:uFillTx/>
                <a:latin typeface="Arial"/>
              </a:rPr>
              <a:t>框——</a:t>
            </a:r>
            <a:r>
              <a:rPr lang="en-US" sz="2000" b="0" u="none" strike="noStrike">
                <a:solidFill>
                  <a:srgbClr val="000000"/>
                </a:solidFill>
                <a:effectLst/>
                <a:uFillTx/>
                <a:latin typeface="Arial"/>
              </a:rPr>
              <a:t>“处理</a:t>
            </a:r>
            <a:r>
              <a:rPr lang="zh-CN" sz="2000" b="0" u="none" strike="noStrike">
                <a:solidFill>
                  <a:srgbClr val="000000"/>
                </a:solidFill>
                <a:effectLst/>
                <a:uFillTx/>
                <a:latin typeface="Arial"/>
              </a:rPr>
              <a:t>字符</a:t>
            </a:r>
            <a:r>
              <a:rPr lang="zh-CN" sz="2000" b="0" u="none" strike="noStrike">
                <a:solidFill>
                  <a:srgbClr val="000000"/>
                </a:solidFill>
                <a:effectLst/>
                <a:uFillTx/>
                <a:latin typeface="Arial"/>
              </a:rPr>
              <a:t>串”。</a:t>
            </a:r>
            <a:r>
              <a:rPr lang="zh-CN" sz="2000" b="0" u="none" strike="noStrike">
                <a:solidFill>
                  <a:srgbClr val="000000"/>
                </a:solidFill>
                <a:effectLst/>
                <a:uFillTx/>
                <a:latin typeface="Arial"/>
              </a:rPr>
              <a:t>在程序</a:t>
            </a:r>
            <a:r>
              <a:rPr lang="zh-CN" sz="2000" b="0" u="none" strike="noStrike">
                <a:solidFill>
                  <a:srgbClr val="000000"/>
                </a:solidFill>
                <a:effectLst/>
                <a:uFillTx/>
                <a:latin typeface="Arial"/>
              </a:rPr>
              <a:t>结构图</a:t>
            </a:r>
            <a:r>
              <a:rPr lang="zh-CN" sz="2000" b="0" u="none" strike="noStrike">
                <a:solidFill>
                  <a:srgbClr val="000000"/>
                </a:solidFill>
                <a:effectLst/>
                <a:uFillTx/>
                <a:latin typeface="Arial"/>
              </a:rPr>
              <a:t>的第四</a:t>
            </a:r>
            <a:r>
              <a:rPr lang="zh-CN" sz="2000" b="0" u="none" strike="noStrike">
                <a:solidFill>
                  <a:srgbClr val="000000"/>
                </a:solidFill>
                <a:effectLst/>
                <a:uFillTx/>
                <a:latin typeface="Arial"/>
              </a:rPr>
              <a:t>层似乎</a:t>
            </a:r>
            <a:r>
              <a:rPr lang="zh-CN" sz="2000" b="0" u="none" strike="noStrike">
                <a:solidFill>
                  <a:srgbClr val="000000"/>
                </a:solidFill>
                <a:effectLst/>
                <a:uFillTx/>
                <a:latin typeface="Arial"/>
              </a:rPr>
              <a:t>应该是</a:t>
            </a:r>
            <a:r>
              <a:rPr lang="zh-CN" sz="2000" b="0" u="none" strike="noStrike">
                <a:solidFill>
                  <a:srgbClr val="000000"/>
                </a:solidFill>
                <a:effectLst/>
                <a:uFillTx/>
                <a:latin typeface="Arial"/>
              </a:rPr>
              <a:t>和“字</a:t>
            </a:r>
            <a:r>
              <a:rPr lang="zh-CN" sz="2000" b="0" u="none" strike="noStrike">
                <a:solidFill>
                  <a:srgbClr val="000000"/>
                </a:solidFill>
                <a:effectLst/>
                <a:uFillTx/>
                <a:latin typeface="Arial"/>
              </a:rPr>
              <a:t>符</a:t>
            </a:r>
            <a:r>
              <a:rPr lang="zh-CN" sz="2000" b="0" u="none" strike="noStrike">
                <a:solidFill>
                  <a:srgbClr val="000000"/>
                </a:solidFill>
                <a:effectLst/>
                <a:uFillTx/>
                <a:latin typeface="Arial"/>
              </a:rPr>
              <a:t>串”、</a:t>
            </a:r>
            <a:r>
              <a:rPr lang="en-US" sz="2000" b="0" u="none" strike="noStrike">
                <a:solidFill>
                  <a:srgbClr val="000000"/>
                </a:solidFill>
                <a:effectLst/>
                <a:uFillTx/>
                <a:latin typeface="Arial"/>
              </a:rPr>
              <a:t>“字</a:t>
            </a:r>
            <a:r>
              <a:rPr lang="zh-CN" sz="2000" b="0" u="none" strike="noStrike">
                <a:solidFill>
                  <a:srgbClr val="000000"/>
                </a:solidFill>
                <a:effectLst/>
                <a:uFillTx/>
                <a:latin typeface="Arial"/>
              </a:rPr>
              <a:t>符”及</a:t>
            </a:r>
            <a:r>
              <a:rPr lang="en-US" sz="2000" b="0" u="none" strike="noStrike">
                <a:solidFill>
                  <a:srgbClr val="000000"/>
                </a:solidFill>
                <a:effectLst/>
                <a:uFillTx/>
                <a:latin typeface="Arial"/>
              </a:rPr>
              <a:t>“空格</a:t>
            </a:r>
            <a:r>
              <a:rPr lang="zh-CN" sz="2000" b="0" u="none" strike="noStrike">
                <a:solidFill>
                  <a:srgbClr val="000000"/>
                </a:solidFill>
                <a:effectLst/>
                <a:uFillTx/>
                <a:latin typeface="Arial"/>
              </a:rPr>
              <a:t>数”等</a:t>
            </a:r>
            <a:r>
              <a:rPr lang="zh-CN" sz="2000" b="0" u="none" strike="noStrike">
                <a:solidFill>
                  <a:srgbClr val="000000"/>
                </a:solidFill>
                <a:effectLst/>
                <a:uFillTx/>
                <a:latin typeface="Arial"/>
              </a:rPr>
              <a:t>数据单</a:t>
            </a:r>
            <a:r>
              <a:rPr lang="zh-CN" sz="2000" b="0" u="none" strike="noStrike">
                <a:solidFill>
                  <a:srgbClr val="000000"/>
                </a:solidFill>
                <a:effectLst/>
                <a:uFillTx/>
                <a:latin typeface="Arial"/>
              </a:rPr>
              <a:t>元对应</a:t>
            </a:r>
            <a:r>
              <a:rPr lang="zh-CN" sz="2000" b="0" u="none" strike="noStrike">
                <a:solidFill>
                  <a:srgbClr val="000000"/>
                </a:solidFill>
                <a:effectLst/>
                <a:uFillTx/>
                <a:latin typeface="Arial"/>
              </a:rPr>
              <a:t>的处理</a:t>
            </a:r>
            <a:r>
              <a:rPr lang="zh-CN" sz="2000" b="0" u="none" strike="noStrike">
                <a:solidFill>
                  <a:srgbClr val="000000"/>
                </a:solidFill>
                <a:effectLst/>
                <a:uFillTx/>
                <a:latin typeface="Arial"/>
              </a:rPr>
              <a:t>框“印</a:t>
            </a:r>
            <a:r>
              <a:rPr lang="zh-CN" sz="2000" b="0" u="none" strike="noStrike">
                <a:solidFill>
                  <a:srgbClr val="000000"/>
                </a:solidFill>
                <a:effectLst/>
                <a:uFillTx/>
                <a:latin typeface="Arial"/>
              </a:rPr>
              <a:t>字符</a:t>
            </a:r>
            <a:r>
              <a:rPr lang="zh-CN" sz="2000" b="0" u="none" strike="noStrike">
                <a:solidFill>
                  <a:srgbClr val="000000"/>
                </a:solidFill>
                <a:effectLst/>
                <a:uFillTx/>
                <a:latin typeface="Arial"/>
              </a:rPr>
              <a:t>串”、</a:t>
            </a:r>
            <a:r>
              <a:rPr lang="en-US" sz="2000" b="0" u="none" strike="noStrike">
                <a:solidFill>
                  <a:srgbClr val="000000"/>
                </a:solidFill>
                <a:effectLst/>
                <a:uFillTx/>
                <a:latin typeface="Arial"/>
              </a:rPr>
              <a:t>“分析</a:t>
            </a:r>
            <a:r>
              <a:rPr lang="zh-CN" sz="2000" b="0" u="none" strike="noStrike">
                <a:solidFill>
                  <a:srgbClr val="000000"/>
                </a:solidFill>
                <a:effectLst/>
                <a:uFillTx/>
                <a:latin typeface="Arial"/>
              </a:rPr>
              <a:t>字符”</a:t>
            </a:r>
            <a:r>
              <a:rPr lang="zh-CN" sz="2000" b="0" u="none" strike="noStrike">
                <a:solidFill>
                  <a:srgbClr val="000000"/>
                </a:solidFill>
                <a:effectLst/>
                <a:uFillTx/>
                <a:latin typeface="Arial"/>
              </a:rPr>
              <a:t>及“印</a:t>
            </a:r>
            <a:r>
              <a:rPr lang="zh-CN" sz="2000" b="0" u="none" strike="noStrike">
                <a:solidFill>
                  <a:srgbClr val="000000"/>
                </a:solidFill>
                <a:effectLst/>
                <a:uFillTx/>
                <a:latin typeface="Arial"/>
              </a:rPr>
              <a:t>空格</a:t>
            </a:r>
            <a:r>
              <a:rPr lang="zh-CN" sz="2000" b="0" u="none" strike="noStrike">
                <a:solidFill>
                  <a:srgbClr val="000000"/>
                </a:solidFill>
                <a:effectLst/>
                <a:uFillTx/>
                <a:latin typeface="Arial"/>
              </a:rPr>
              <a:t>数”，</a:t>
            </a:r>
            <a:r>
              <a:rPr lang="zh-CN" sz="2000" b="0" u="none" strike="noStrike">
                <a:solidFill>
                  <a:srgbClr val="000000"/>
                </a:solidFill>
                <a:effectLst/>
                <a:uFillTx/>
                <a:latin typeface="Arial"/>
              </a:rPr>
              <a:t>这</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a:t>
            </a:r>
            <a:r>
              <a:rPr lang="zh-CN" sz="2000" b="0" u="none" strike="noStrike">
                <a:solidFill>
                  <a:srgbClr val="000000"/>
                </a:solidFill>
                <a:effectLst/>
                <a:uFillTx/>
                <a:latin typeface="Arial"/>
              </a:rPr>
              <a:t>处理是</a:t>
            </a:r>
            <a:r>
              <a:rPr lang="zh-CN" sz="2000" b="0" u="none" strike="noStrike">
                <a:solidFill>
                  <a:srgbClr val="000000"/>
                </a:solidFill>
                <a:effectLst/>
                <a:uFillTx/>
                <a:latin typeface="Arial"/>
              </a:rPr>
              <a:t>顺序执</a:t>
            </a:r>
            <a:r>
              <a:rPr lang="zh-CN" sz="2000" b="0" u="none" strike="noStrike">
                <a:solidFill>
                  <a:srgbClr val="000000"/>
                </a:solidFill>
                <a:effectLst/>
                <a:uFillTx/>
                <a:latin typeface="Arial"/>
              </a:rPr>
              <a:t>行的。</a:t>
            </a:r>
            <a:r>
              <a:rPr lang="zh-CN" sz="2000" b="0" u="none" strike="noStrike">
                <a:solidFill>
                  <a:srgbClr val="000000"/>
                </a:solidFill>
                <a:effectLst/>
                <a:uFillTx/>
                <a:latin typeface="Arial"/>
              </a:rPr>
              <a:t>但是，</a:t>
            </a:r>
            <a:r>
              <a:rPr lang="en-US" sz="2000" b="0" u="none" strike="noStrike">
                <a:solidFill>
                  <a:srgbClr val="000000"/>
                </a:solidFill>
                <a:effectLst/>
                <a:uFillTx/>
                <a:latin typeface="Arial"/>
              </a:rPr>
              <a:t>“字</a:t>
            </a:r>
            <a:r>
              <a:rPr lang="zh-CN" sz="2000" b="0" u="none" strike="noStrike">
                <a:solidFill>
                  <a:srgbClr val="000000"/>
                </a:solidFill>
                <a:effectLst/>
                <a:uFillTx/>
                <a:latin typeface="Arial"/>
              </a:rPr>
              <a:t>符”是</a:t>
            </a:r>
            <a:r>
              <a:rPr lang="zh-CN" sz="2000" b="0" u="none" strike="noStrike">
                <a:solidFill>
                  <a:srgbClr val="000000"/>
                </a:solidFill>
                <a:effectLst/>
                <a:uFillTx/>
                <a:latin typeface="Arial"/>
              </a:rPr>
              <a:t>重复出</a:t>
            </a:r>
            <a:r>
              <a:rPr lang="zh-CN" sz="2000" b="0" u="none" strike="noStrike">
                <a:solidFill>
                  <a:srgbClr val="000000"/>
                </a:solidFill>
                <a:effectLst/>
                <a:uFillTx/>
                <a:latin typeface="Arial"/>
              </a:rPr>
              <a:t>现的数</a:t>
            </a:r>
            <a:r>
              <a:rPr lang="zh-CN" sz="2000" b="0" u="none" strike="noStrike">
                <a:solidFill>
                  <a:srgbClr val="000000"/>
                </a:solidFill>
                <a:effectLst/>
                <a:uFillTx/>
                <a:latin typeface="Arial"/>
              </a:rPr>
              <a:t>据单</a:t>
            </a:r>
            <a:r>
              <a:rPr lang="zh-CN" sz="2000" b="0" u="none" strike="noStrike">
                <a:solidFill>
                  <a:srgbClr val="000000"/>
                </a:solidFill>
                <a:effectLst/>
                <a:uFillTx/>
                <a:latin typeface="Arial"/>
              </a:rPr>
              <a:t>元，因</a:t>
            </a:r>
            <a:r>
              <a:rPr lang="zh-CN" sz="2000" b="0" u="none" strike="noStrike">
                <a:solidFill>
                  <a:srgbClr val="000000"/>
                </a:solidFill>
                <a:effectLst/>
                <a:uFillTx/>
                <a:latin typeface="Arial"/>
              </a:rPr>
              <a:t>此“分</a:t>
            </a:r>
            <a:r>
              <a:rPr lang="zh-CN" sz="2000" b="0" u="none" strike="noStrike">
                <a:solidFill>
                  <a:srgbClr val="000000"/>
                </a:solidFill>
                <a:effectLst/>
                <a:uFillTx/>
                <a:latin typeface="Arial"/>
              </a:rPr>
              <a:t>析字</a:t>
            </a:r>
            <a:r>
              <a:rPr lang="zh-CN" sz="2000" b="0" u="none" strike="noStrike">
                <a:solidFill>
                  <a:srgbClr val="000000"/>
                </a:solidFill>
                <a:effectLst/>
                <a:uFillTx/>
                <a:latin typeface="Arial"/>
              </a:rPr>
              <a:t>符”也</a:t>
            </a:r>
            <a:r>
              <a:rPr lang="zh-CN" sz="2000" b="0" u="none" strike="noStrike">
                <a:solidFill>
                  <a:srgbClr val="000000"/>
                </a:solidFill>
                <a:effectLst/>
                <a:uFillTx/>
                <a:latin typeface="Arial"/>
              </a:rPr>
              <a:t>应该是</a:t>
            </a:r>
            <a:r>
              <a:rPr lang="zh-CN" sz="2000" b="0" u="none" strike="noStrike">
                <a:solidFill>
                  <a:srgbClr val="000000"/>
                </a:solidFill>
                <a:effectLst/>
                <a:uFillTx/>
                <a:latin typeface="Arial"/>
              </a:rPr>
              <a:t>重复执</a:t>
            </a:r>
            <a:r>
              <a:rPr lang="zh-CN" sz="2000" b="0" u="none" strike="noStrike">
                <a:solidFill>
                  <a:srgbClr val="000000"/>
                </a:solidFill>
                <a:effectLst/>
                <a:uFillTx/>
                <a:latin typeface="Arial"/>
              </a:rPr>
              <a:t>行的处</a:t>
            </a:r>
            <a:r>
              <a:rPr lang="zh-CN" sz="2000" b="0" u="none" strike="noStrike">
                <a:solidFill>
                  <a:srgbClr val="000000"/>
                </a:solidFill>
                <a:effectLst/>
                <a:uFillTx/>
                <a:latin typeface="Arial"/>
              </a:rPr>
              <a:t>理。改</a:t>
            </a:r>
            <a:r>
              <a:rPr lang="zh-CN" sz="2000" b="0" u="none" strike="noStrike">
                <a:solidFill>
                  <a:srgbClr val="000000"/>
                </a:solidFill>
                <a:effectLst/>
                <a:uFillTx/>
                <a:latin typeface="Arial"/>
              </a:rPr>
              <a:t>进的</a:t>
            </a:r>
            <a:r>
              <a:rPr lang="en-US" sz="2000" b="0" u="none" strike="noStrike">
                <a:solidFill>
                  <a:srgbClr val="000000"/>
                </a:solidFill>
                <a:effectLst/>
                <a:uFillTx/>
                <a:latin typeface="Arial"/>
              </a:rPr>
              <a:t>Jackson</a:t>
            </a:r>
            <a:r>
              <a:rPr lang="zh-CN" sz="2000" b="0" u="none" strike="noStrike">
                <a:solidFill>
                  <a:srgbClr val="000000"/>
                </a:solidFill>
                <a:effectLst/>
                <a:uFillTx/>
                <a:latin typeface="Arial"/>
              </a:rPr>
              <a:t>图规定</a:t>
            </a:r>
            <a:r>
              <a:rPr lang="zh-CN" sz="2000" b="0" u="none" strike="noStrike">
                <a:solidFill>
                  <a:srgbClr val="000000"/>
                </a:solidFill>
                <a:effectLst/>
                <a:uFillTx/>
                <a:latin typeface="Arial"/>
              </a:rPr>
              <a:t>顺序执</a:t>
            </a:r>
            <a:r>
              <a:rPr lang="zh-CN" sz="2000" b="0" u="none" strike="noStrike">
                <a:solidFill>
                  <a:srgbClr val="000000"/>
                </a:solidFill>
                <a:effectLst/>
                <a:uFillTx/>
                <a:latin typeface="Arial"/>
              </a:rPr>
              <a:t>行的处</a:t>
            </a:r>
            <a:r>
              <a:rPr lang="zh-CN" sz="2000" b="0" u="none" strike="noStrike">
                <a:solidFill>
                  <a:srgbClr val="000000"/>
                </a:solidFill>
                <a:effectLst/>
                <a:uFillTx/>
                <a:latin typeface="Arial"/>
              </a:rPr>
              <a:t>理中不</a:t>
            </a:r>
            <a:r>
              <a:rPr lang="zh-CN" sz="2000" b="0" u="none" strike="noStrike">
                <a:solidFill>
                  <a:srgbClr val="000000"/>
                </a:solidFill>
                <a:effectLst/>
                <a:uFillTx/>
                <a:latin typeface="Arial"/>
              </a:rPr>
              <a:t>允许混</a:t>
            </a:r>
            <a:r>
              <a:rPr lang="zh-CN" sz="2000" b="0" u="none" strike="noStrike">
                <a:solidFill>
                  <a:srgbClr val="000000"/>
                </a:solidFill>
                <a:effectLst/>
                <a:uFillTx/>
                <a:latin typeface="Arial"/>
              </a:rPr>
              <a:t>有重复</a:t>
            </a:r>
            <a:r>
              <a:rPr lang="zh-CN" sz="2000" b="0" u="none" strike="noStrike">
                <a:solidFill>
                  <a:srgbClr val="000000"/>
                </a:solidFill>
                <a:effectLst/>
                <a:uFillTx/>
                <a:latin typeface="Arial"/>
              </a:rPr>
              <a:t>执行或</a:t>
            </a:r>
            <a:r>
              <a:rPr lang="zh-CN" sz="2000" b="0" u="none" strike="noStrike">
                <a:solidFill>
                  <a:srgbClr val="000000"/>
                </a:solidFill>
                <a:effectLst/>
                <a:uFillTx/>
                <a:latin typeface="Arial"/>
              </a:rPr>
              <a:t>选择执</a:t>
            </a:r>
            <a:r>
              <a:rPr lang="zh-CN" sz="2000" b="0" u="none" strike="noStrike">
                <a:solidFill>
                  <a:srgbClr val="000000"/>
                </a:solidFill>
                <a:effectLst/>
                <a:uFillTx/>
                <a:latin typeface="Arial"/>
              </a:rPr>
              <a:t>行的处</a:t>
            </a:r>
            <a:r>
              <a:rPr lang="zh-CN" sz="2000" b="0" u="none" strike="noStrike">
                <a:solidFill>
                  <a:srgbClr val="000000"/>
                </a:solidFill>
                <a:effectLst/>
                <a:uFillTx/>
                <a:latin typeface="Arial"/>
              </a:rPr>
              <a:t>理，所</a:t>
            </a:r>
            <a:r>
              <a:rPr lang="zh-CN" sz="2000" b="0" u="none" strike="noStrike">
                <a:solidFill>
                  <a:srgbClr val="000000"/>
                </a:solidFill>
                <a:effectLst/>
                <a:uFillTx/>
                <a:latin typeface="Arial"/>
              </a:rPr>
              <a:t>以在</a:t>
            </a:r>
            <a:r>
              <a:rPr lang="en-US" sz="2000" b="0" u="none" strike="noStrike">
                <a:solidFill>
                  <a:srgbClr val="000000"/>
                </a:solidFill>
                <a:effectLst/>
                <a:uFillTx/>
                <a:latin typeface="Arial"/>
              </a:rPr>
              <a:t>“分析</a:t>
            </a:r>
            <a:r>
              <a:rPr lang="zh-CN" sz="2000" b="0" u="none" strike="noStrike">
                <a:solidFill>
                  <a:srgbClr val="000000"/>
                </a:solidFill>
                <a:effectLst/>
                <a:uFillTx/>
                <a:latin typeface="Arial"/>
              </a:rPr>
              <a:t>字符”</a:t>
            </a:r>
            <a:r>
              <a:rPr lang="zh-CN" sz="2000" b="0" u="none" strike="noStrike">
                <a:solidFill>
                  <a:srgbClr val="000000"/>
                </a:solidFill>
                <a:effectLst/>
                <a:uFillTx/>
                <a:latin typeface="Arial"/>
              </a:rPr>
              <a:t>这个处</a:t>
            </a:r>
            <a:r>
              <a:rPr lang="zh-CN" sz="2000" b="0" u="none" strike="noStrike">
                <a:solidFill>
                  <a:srgbClr val="000000"/>
                </a:solidFill>
                <a:effectLst/>
                <a:uFillTx/>
                <a:latin typeface="Arial"/>
              </a:rPr>
              <a:t>理框上</a:t>
            </a:r>
            <a:r>
              <a:rPr lang="zh-CN" sz="2000" b="0" u="none" strike="noStrike">
                <a:solidFill>
                  <a:srgbClr val="000000"/>
                </a:solidFill>
                <a:effectLst/>
                <a:uFillTx/>
                <a:latin typeface="Arial"/>
              </a:rPr>
              <a:t>面又增</a:t>
            </a:r>
            <a:r>
              <a:rPr lang="zh-CN" sz="2000" b="0" u="none" strike="noStrike">
                <a:solidFill>
                  <a:srgbClr val="000000"/>
                </a:solidFill>
                <a:effectLst/>
                <a:uFillTx/>
                <a:latin typeface="Arial"/>
              </a:rPr>
              <a:t>加了一</a:t>
            </a:r>
            <a:r>
              <a:rPr lang="zh-CN" sz="2000" b="0" u="none" strike="noStrike">
                <a:solidFill>
                  <a:srgbClr val="000000"/>
                </a:solidFill>
                <a:effectLst/>
                <a:uFillTx/>
                <a:latin typeface="Arial"/>
              </a:rPr>
              <a:t>个处理</a:t>
            </a:r>
            <a:r>
              <a:rPr lang="zh-CN" sz="2000" b="0" u="none" strike="noStrike">
                <a:solidFill>
                  <a:srgbClr val="000000"/>
                </a:solidFill>
                <a:effectLst/>
                <a:uFillTx/>
                <a:latin typeface="Arial"/>
              </a:rPr>
              <a:t>框“分</a:t>
            </a:r>
            <a:r>
              <a:rPr lang="zh-CN" sz="2000" b="0" u="none" strike="noStrike">
                <a:solidFill>
                  <a:srgbClr val="000000"/>
                </a:solidFill>
                <a:effectLst/>
                <a:uFillTx/>
                <a:latin typeface="Arial"/>
              </a:rPr>
              <a:t>析字符</a:t>
            </a:r>
            <a:r>
              <a:rPr lang="zh-CN" sz="2000" b="0" u="none" strike="noStrike">
                <a:solidFill>
                  <a:srgbClr val="000000"/>
                </a:solidFill>
                <a:effectLst/>
                <a:uFillTx/>
                <a:latin typeface="Arial"/>
              </a:rPr>
              <a:t>串”。</a:t>
            </a:r>
            <a:endParaRPr lang="en-US" sz="2000" b="0" u="none" strike="noStrike">
              <a:solidFill>
                <a:srgbClr val="000000"/>
              </a:solidFill>
              <a:effectLst/>
              <a:uFillTx/>
              <a:latin typeface="Arial"/>
            </a:endParaRPr>
          </a:p>
        </p:txBody>
      </p:sp>
      <p:sp>
        <p:nvSpPr>
          <p:cNvPr id="626" name="PlaceHolder 3"/>
          <p:cNvSpPr>
            <a:spLocks noGrp="1"/>
          </p:cNvSpPr>
          <p:nvPr>
            <p:ph type="sldNum" idx="6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EE91F5B-F0B0-4D4E-9494-29A8814124C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1143000" y="685800"/>
            <a:ext cx="4571640" cy="3428640"/>
          </a:xfrm>
          <a:prstGeom prst="rect">
            <a:avLst/>
          </a:prstGeom>
          <a:ln w="0">
            <a:noFill/>
          </a:ln>
        </p:spPr>
      </p:sp>
      <p:sp>
        <p:nvSpPr>
          <p:cNvPr id="62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29" name="PlaceHolder 3"/>
          <p:cNvSpPr>
            <a:spLocks noGrp="1"/>
          </p:cNvSpPr>
          <p:nvPr>
            <p:ph type="sldNum" idx="6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8F5F92-F33E-408B-9F28-C8A8E62D204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1143000" y="685800"/>
            <a:ext cx="4571640" cy="3428640"/>
          </a:xfrm>
          <a:prstGeom prst="rect">
            <a:avLst/>
          </a:prstGeom>
          <a:ln w="0">
            <a:noFill/>
          </a:ln>
        </p:spPr>
      </p:sp>
      <p:sp>
        <p:nvSpPr>
          <p:cNvPr id="63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32" name="PlaceHolder 3"/>
          <p:cNvSpPr>
            <a:spLocks noGrp="1"/>
          </p:cNvSpPr>
          <p:nvPr>
            <p:ph type="sldNum" idx="6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671CFCA-093B-4650-B219-B9B1856BADD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1143000" y="685800"/>
            <a:ext cx="4571640" cy="3428640"/>
          </a:xfrm>
          <a:prstGeom prst="rect">
            <a:avLst/>
          </a:prstGeom>
          <a:ln w="0">
            <a:noFill/>
          </a:ln>
        </p:spPr>
      </p:sp>
      <p:sp>
        <p:nvSpPr>
          <p:cNvPr id="63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35" name="PlaceHolder 3"/>
          <p:cNvSpPr>
            <a:spLocks noGrp="1"/>
          </p:cNvSpPr>
          <p:nvPr>
            <p:ph type="sldNum" idx="6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FFF2906-3452-4DFA-8445-26DF06C42DC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1143000" y="685800"/>
            <a:ext cx="4571640" cy="3428640"/>
          </a:xfrm>
          <a:prstGeom prst="rect">
            <a:avLst/>
          </a:prstGeom>
          <a:ln w="0">
            <a:noFill/>
          </a:ln>
        </p:spPr>
      </p:sp>
      <p:sp>
        <p:nvSpPr>
          <p:cNvPr id="63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38" name="PlaceHolder 3"/>
          <p:cNvSpPr>
            <a:spLocks noGrp="1"/>
          </p:cNvSpPr>
          <p:nvPr>
            <p:ph type="sldNum" idx="6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54AD13-B0AF-4F7E-AB71-6CEC15EB852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Img"/>
          </p:nvPr>
        </p:nvSpPr>
        <p:spPr>
          <a:xfrm>
            <a:off x="1143000" y="685800"/>
            <a:ext cx="4571640" cy="3428640"/>
          </a:xfrm>
          <a:prstGeom prst="rect">
            <a:avLst/>
          </a:prstGeom>
          <a:ln w="0">
            <a:noFill/>
          </a:ln>
        </p:spPr>
      </p:sp>
      <p:sp>
        <p:nvSpPr>
          <p:cNvPr id="64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41" name="PlaceHolder 3"/>
          <p:cNvSpPr>
            <a:spLocks noGrp="1"/>
          </p:cNvSpPr>
          <p:nvPr>
            <p:ph type="sldNum" idx="6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23C0662-13B4-42C6-9B8A-83BED9AA3B5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1143000" y="685800"/>
            <a:ext cx="4571640" cy="3428640"/>
          </a:xfrm>
          <a:prstGeom prst="rect">
            <a:avLst/>
          </a:prstGeom>
          <a:ln w="0">
            <a:noFill/>
          </a:ln>
        </p:spPr>
      </p:sp>
      <p:sp>
        <p:nvSpPr>
          <p:cNvPr id="64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44" name="PlaceHolder 3"/>
          <p:cNvSpPr>
            <a:spLocks noGrp="1"/>
          </p:cNvSpPr>
          <p:nvPr>
            <p:ph type="sldNum" idx="6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F615D4D-5687-4EBD-91B1-581E5C71B97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1143000" y="685800"/>
            <a:ext cx="4571640" cy="3428640"/>
          </a:xfrm>
          <a:prstGeom prst="rect">
            <a:avLst/>
          </a:prstGeom>
          <a:ln w="0">
            <a:noFill/>
          </a:ln>
        </p:spPr>
      </p:sp>
      <p:sp>
        <p:nvSpPr>
          <p:cNvPr id="64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a</a:t>
            </a:r>
            <a:r>
              <a:rPr lang="zh-CN" sz="2000" b="0" u="none" strike="noStrike">
                <a:solidFill>
                  <a:srgbClr val="000000"/>
                </a:solidFill>
                <a:effectLst/>
                <a:uFillTx/>
                <a:latin typeface="Arial"/>
              </a:rPr>
              <a:t>为程序</a:t>
            </a:r>
            <a:r>
              <a:rPr lang="zh-CN" sz="2000" b="0" u="none" strike="noStrike">
                <a:solidFill>
                  <a:srgbClr val="000000"/>
                </a:solidFill>
                <a:effectLst/>
                <a:uFillTx/>
                <a:latin typeface="Arial"/>
              </a:rPr>
              <a:t>流程图</a:t>
            </a:r>
            <a:r>
              <a:rPr lang="en-US" sz="2000" b="0" u="none" strike="noStrike">
                <a:solidFill>
                  <a:srgbClr val="000000"/>
                </a:solidFill>
                <a:effectLst/>
                <a:uFillTx/>
                <a:latin typeface="Arial"/>
              </a:rPr>
              <a:t>b</a:t>
            </a:r>
            <a:r>
              <a:rPr lang="zh-CN" sz="2000" b="0" u="none" strike="noStrike">
                <a:solidFill>
                  <a:srgbClr val="000000"/>
                </a:solidFill>
                <a:effectLst/>
                <a:uFillTx/>
                <a:latin typeface="Arial"/>
              </a:rPr>
              <a:t>为流图</a:t>
            </a:r>
            <a:endParaRPr lang="en-US" sz="2000" b="0" u="none" strike="noStrike">
              <a:solidFill>
                <a:srgbClr val="000000"/>
              </a:solidFill>
              <a:effectLst/>
              <a:uFillTx/>
              <a:latin typeface="Arial"/>
            </a:endParaRPr>
          </a:p>
        </p:txBody>
      </p:sp>
      <p:sp>
        <p:nvSpPr>
          <p:cNvPr id="647" name="PlaceHolder 3"/>
          <p:cNvSpPr>
            <a:spLocks noGrp="1"/>
          </p:cNvSpPr>
          <p:nvPr>
            <p:ph type="sldNum" idx="6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5ACA6A-2374-4BBC-8350-F0AAAD8845A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Img"/>
          </p:nvPr>
        </p:nvSpPr>
        <p:spPr>
          <a:xfrm>
            <a:off x="1143000" y="685800"/>
            <a:ext cx="4571640" cy="3428640"/>
          </a:xfrm>
          <a:prstGeom prst="rect">
            <a:avLst/>
          </a:prstGeom>
          <a:ln w="0">
            <a:noFill/>
          </a:ln>
        </p:spPr>
      </p:sp>
      <p:sp>
        <p:nvSpPr>
          <p:cNvPr id="64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a</a:t>
            </a:r>
            <a:r>
              <a:rPr lang="zh-CN" sz="2000" b="0" u="none" strike="noStrike">
                <a:solidFill>
                  <a:srgbClr val="000000"/>
                </a:solidFill>
                <a:effectLst/>
                <a:uFillTx/>
                <a:latin typeface="Arial"/>
              </a:rPr>
              <a:t>为程序流程图</a:t>
            </a:r>
            <a:r>
              <a:rPr lang="en-US" sz="2000" b="0" u="none" strike="noStrike">
                <a:solidFill>
                  <a:srgbClr val="000000"/>
                </a:solidFill>
                <a:effectLst/>
                <a:uFillTx/>
                <a:latin typeface="Arial"/>
              </a:rPr>
              <a:t>b</a:t>
            </a:r>
            <a:r>
              <a:rPr lang="zh-CN" sz="2000" b="0" u="none" strike="noStrike">
                <a:solidFill>
                  <a:srgbClr val="000000"/>
                </a:solidFill>
                <a:effectLst/>
                <a:uFillTx/>
                <a:latin typeface="Arial"/>
              </a:rPr>
              <a:t>为流图</a:t>
            </a:r>
            <a:endParaRPr lang="en-US" sz="2000" b="0" u="none" strike="noStrike">
              <a:solidFill>
                <a:srgbClr val="000000"/>
              </a:solidFill>
              <a:effectLst/>
              <a:uFillTx/>
              <a:latin typeface="Arial"/>
            </a:endParaRPr>
          </a:p>
        </p:txBody>
      </p:sp>
      <p:sp>
        <p:nvSpPr>
          <p:cNvPr id="650" name="PlaceHolder 3"/>
          <p:cNvSpPr>
            <a:spLocks noGrp="1"/>
          </p:cNvSpPr>
          <p:nvPr>
            <p:ph type="sldNum" idx="7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7118ED-7265-44A6-ADE2-B8E82E317CB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Img"/>
          </p:nvPr>
        </p:nvSpPr>
        <p:spPr>
          <a:xfrm>
            <a:off x="1143000" y="685800"/>
            <a:ext cx="4571640" cy="3428640"/>
          </a:xfrm>
          <a:prstGeom prst="rect">
            <a:avLst/>
          </a:prstGeom>
          <a:ln w="0">
            <a:noFill/>
          </a:ln>
        </p:spPr>
      </p:sp>
      <p:sp>
        <p:nvSpPr>
          <p:cNvPr id="65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a</a:t>
            </a:r>
            <a:r>
              <a:rPr lang="zh-CN" sz="2000" b="0" u="none" strike="noStrike">
                <a:solidFill>
                  <a:srgbClr val="000000"/>
                </a:solidFill>
                <a:effectLst/>
                <a:uFillTx/>
                <a:latin typeface="Arial"/>
              </a:rPr>
              <a:t>为程序</a:t>
            </a:r>
            <a:r>
              <a:rPr lang="zh-CN" sz="2000" b="0" u="none" strike="noStrike">
                <a:solidFill>
                  <a:srgbClr val="000000"/>
                </a:solidFill>
                <a:effectLst/>
                <a:uFillTx/>
                <a:latin typeface="Arial"/>
              </a:rPr>
              <a:t>流程图</a:t>
            </a:r>
            <a:r>
              <a:rPr lang="en-US" sz="2000" b="0" u="none" strike="noStrike">
                <a:solidFill>
                  <a:srgbClr val="000000"/>
                </a:solidFill>
                <a:effectLst/>
                <a:uFillTx/>
                <a:latin typeface="Arial"/>
              </a:rPr>
              <a:t>b</a:t>
            </a:r>
            <a:r>
              <a:rPr lang="zh-CN" sz="2000" b="0" u="none" strike="noStrike">
                <a:solidFill>
                  <a:srgbClr val="000000"/>
                </a:solidFill>
                <a:effectLst/>
                <a:uFillTx/>
                <a:latin typeface="Arial"/>
              </a:rPr>
              <a:t>为流图</a:t>
            </a:r>
            <a:endParaRPr lang="en-US" sz="2000" b="0" u="none" strike="noStrike">
              <a:solidFill>
                <a:srgbClr val="000000"/>
              </a:solidFill>
              <a:effectLst/>
              <a:uFillTx/>
              <a:latin typeface="Arial"/>
            </a:endParaRPr>
          </a:p>
        </p:txBody>
      </p:sp>
      <p:sp>
        <p:nvSpPr>
          <p:cNvPr id="653" name="PlaceHolder 3"/>
          <p:cNvSpPr>
            <a:spLocks noGrp="1"/>
          </p:cNvSpPr>
          <p:nvPr>
            <p:ph type="sldNum" idx="7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2FB410E-F810-4CC8-B821-C3E9250D6F5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1143000" y="685800"/>
            <a:ext cx="4571640" cy="3428640"/>
          </a:xfrm>
          <a:prstGeom prst="rect">
            <a:avLst/>
          </a:prstGeom>
          <a:ln w="0">
            <a:noFill/>
          </a:ln>
        </p:spPr>
      </p:sp>
      <p:sp>
        <p:nvSpPr>
          <p:cNvPr id="65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a</a:t>
            </a:r>
            <a:r>
              <a:rPr lang="zh-CN" sz="2000" b="0" u="none" strike="noStrike">
                <a:solidFill>
                  <a:srgbClr val="000000"/>
                </a:solidFill>
                <a:effectLst/>
                <a:uFillTx/>
                <a:latin typeface="Arial"/>
              </a:rPr>
              <a:t>为程序</a:t>
            </a:r>
            <a:r>
              <a:rPr lang="zh-CN" sz="2000" b="0" u="none" strike="noStrike">
                <a:solidFill>
                  <a:srgbClr val="000000"/>
                </a:solidFill>
                <a:effectLst/>
                <a:uFillTx/>
                <a:latin typeface="Arial"/>
              </a:rPr>
              <a:t>流程图</a:t>
            </a:r>
            <a:r>
              <a:rPr lang="en-US" sz="2000" b="0" u="none" strike="noStrike">
                <a:solidFill>
                  <a:srgbClr val="000000"/>
                </a:solidFill>
                <a:effectLst/>
                <a:uFillTx/>
                <a:latin typeface="Arial"/>
              </a:rPr>
              <a:t>b</a:t>
            </a:r>
            <a:r>
              <a:rPr lang="zh-CN" sz="2000" b="0" u="none" strike="noStrike">
                <a:solidFill>
                  <a:srgbClr val="000000"/>
                </a:solidFill>
                <a:effectLst/>
                <a:uFillTx/>
                <a:latin typeface="Arial"/>
              </a:rPr>
              <a:t>为流图</a:t>
            </a:r>
            <a:endParaRPr lang="en-US" sz="2000" b="0" u="none" strike="noStrike">
              <a:solidFill>
                <a:srgbClr val="000000"/>
              </a:solidFill>
              <a:effectLst/>
              <a:uFillTx/>
              <a:latin typeface="Arial"/>
            </a:endParaRPr>
          </a:p>
        </p:txBody>
      </p:sp>
      <p:sp>
        <p:nvSpPr>
          <p:cNvPr id="656" name="PlaceHolder 3"/>
          <p:cNvSpPr>
            <a:spLocks noGrp="1"/>
          </p:cNvSpPr>
          <p:nvPr>
            <p:ph type="sldNum" idx="7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0DB78D8-D851-43EB-AB97-325FB30D8EE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Img"/>
          </p:nvPr>
        </p:nvSpPr>
        <p:spPr>
          <a:xfrm>
            <a:off x="1143000" y="685800"/>
            <a:ext cx="4571640" cy="3428640"/>
          </a:xfrm>
          <a:prstGeom prst="rect">
            <a:avLst/>
          </a:prstGeom>
          <a:ln w="0">
            <a:noFill/>
          </a:ln>
        </p:spPr>
      </p:sp>
      <p:sp>
        <p:nvSpPr>
          <p:cNvPr id="65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a</a:t>
            </a:r>
            <a:r>
              <a:rPr lang="zh-CN" sz="2000" b="0" u="none" strike="noStrike">
                <a:solidFill>
                  <a:srgbClr val="000000"/>
                </a:solidFill>
                <a:effectLst/>
                <a:uFillTx/>
                <a:latin typeface="Arial"/>
              </a:rPr>
              <a:t>为程序</a:t>
            </a:r>
            <a:r>
              <a:rPr lang="zh-CN" sz="2000" b="0" u="none" strike="noStrike">
                <a:solidFill>
                  <a:srgbClr val="000000"/>
                </a:solidFill>
                <a:effectLst/>
                <a:uFillTx/>
                <a:latin typeface="Arial"/>
              </a:rPr>
              <a:t>流程图</a:t>
            </a:r>
            <a:r>
              <a:rPr lang="en-US" sz="2000" b="0" u="none" strike="noStrike">
                <a:solidFill>
                  <a:srgbClr val="000000"/>
                </a:solidFill>
                <a:effectLst/>
                <a:uFillTx/>
                <a:latin typeface="Arial"/>
              </a:rPr>
              <a:t>b</a:t>
            </a:r>
            <a:r>
              <a:rPr lang="zh-CN" sz="2000" b="0" u="none" strike="noStrike">
                <a:solidFill>
                  <a:srgbClr val="000000"/>
                </a:solidFill>
                <a:effectLst/>
                <a:uFillTx/>
                <a:latin typeface="Arial"/>
              </a:rPr>
              <a:t>为流图</a:t>
            </a:r>
            <a:endParaRPr lang="en-US" sz="2000" b="0" u="none" strike="noStrike">
              <a:solidFill>
                <a:srgbClr val="000000"/>
              </a:solidFill>
              <a:effectLst/>
              <a:uFillTx/>
              <a:latin typeface="Arial"/>
            </a:endParaRPr>
          </a:p>
        </p:txBody>
      </p:sp>
      <p:sp>
        <p:nvSpPr>
          <p:cNvPr id="659" name="PlaceHolder 3"/>
          <p:cNvSpPr>
            <a:spLocks noGrp="1"/>
          </p:cNvSpPr>
          <p:nvPr>
            <p:ph type="sldNum" idx="7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5C5244E-3320-43A9-ACEE-EADAAA5E36B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1143000" y="685800"/>
            <a:ext cx="4571640" cy="3428640"/>
          </a:xfrm>
          <a:prstGeom prst="rect">
            <a:avLst/>
          </a:prstGeom>
          <a:ln w="0">
            <a:noFill/>
          </a:ln>
        </p:spPr>
      </p:sp>
      <p:sp>
        <p:nvSpPr>
          <p:cNvPr id="66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a</a:t>
            </a:r>
            <a:r>
              <a:rPr lang="zh-CN" sz="2000" b="0" u="none" strike="noStrike">
                <a:solidFill>
                  <a:srgbClr val="000000"/>
                </a:solidFill>
                <a:effectLst/>
                <a:uFillTx/>
                <a:latin typeface="Arial"/>
              </a:rPr>
              <a:t>为程序流程图</a:t>
            </a:r>
            <a:r>
              <a:rPr lang="en-US" sz="2000" b="0" u="none" strike="noStrike">
                <a:solidFill>
                  <a:srgbClr val="000000"/>
                </a:solidFill>
                <a:effectLst/>
                <a:uFillTx/>
                <a:latin typeface="Arial"/>
              </a:rPr>
              <a:t>b</a:t>
            </a:r>
            <a:r>
              <a:rPr lang="zh-CN" sz="2000" b="0" u="none" strike="noStrike">
                <a:solidFill>
                  <a:srgbClr val="000000"/>
                </a:solidFill>
                <a:effectLst/>
                <a:uFillTx/>
                <a:latin typeface="Arial"/>
              </a:rPr>
              <a:t>为流图</a:t>
            </a:r>
            <a:endParaRPr lang="en-US" sz="2000" b="0" u="none" strike="noStrike">
              <a:solidFill>
                <a:srgbClr val="000000"/>
              </a:solidFill>
              <a:effectLst/>
              <a:uFillTx/>
              <a:latin typeface="Arial"/>
            </a:endParaRPr>
          </a:p>
        </p:txBody>
      </p:sp>
      <p:sp>
        <p:nvSpPr>
          <p:cNvPr id="662" name="PlaceHolder 3"/>
          <p:cNvSpPr>
            <a:spLocks noGrp="1"/>
          </p:cNvSpPr>
          <p:nvPr>
            <p:ph type="sldNum" idx="7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4D927B3-E2FE-49B2-AD03-7E273077CE6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1143000" y="685800"/>
            <a:ext cx="4571640" cy="3428640"/>
          </a:xfrm>
          <a:prstGeom prst="rect">
            <a:avLst/>
          </a:prstGeom>
          <a:ln w="0">
            <a:noFill/>
          </a:ln>
        </p:spPr>
      </p:sp>
      <p:sp>
        <p:nvSpPr>
          <p:cNvPr id="66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a</a:t>
            </a:r>
            <a:r>
              <a:rPr lang="zh-CN" sz="2000" b="0" u="none" strike="noStrike">
                <a:solidFill>
                  <a:srgbClr val="000000"/>
                </a:solidFill>
                <a:effectLst/>
                <a:uFillTx/>
                <a:latin typeface="Arial"/>
              </a:rPr>
              <a:t>为程序流程图</a:t>
            </a:r>
            <a:r>
              <a:rPr lang="en-US" sz="2000" b="0" u="none" strike="noStrike">
                <a:solidFill>
                  <a:srgbClr val="000000"/>
                </a:solidFill>
                <a:effectLst/>
                <a:uFillTx/>
                <a:latin typeface="Arial"/>
              </a:rPr>
              <a:t>b</a:t>
            </a:r>
            <a:r>
              <a:rPr lang="zh-CN" sz="2000" b="0" u="none" strike="noStrike">
                <a:solidFill>
                  <a:srgbClr val="000000"/>
                </a:solidFill>
                <a:effectLst/>
                <a:uFillTx/>
                <a:latin typeface="Arial"/>
              </a:rPr>
              <a:t>为流图</a:t>
            </a:r>
            <a:endParaRPr lang="en-US" sz="2000" b="0" u="none" strike="noStrike">
              <a:solidFill>
                <a:srgbClr val="000000"/>
              </a:solidFill>
              <a:effectLst/>
              <a:uFillTx/>
              <a:latin typeface="Arial"/>
            </a:endParaRPr>
          </a:p>
        </p:txBody>
      </p:sp>
      <p:sp>
        <p:nvSpPr>
          <p:cNvPr id="665" name="PlaceHolder 3"/>
          <p:cNvSpPr>
            <a:spLocks noGrp="1"/>
          </p:cNvSpPr>
          <p:nvPr>
            <p:ph type="sldNum" idx="7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4DF1379-D8DF-42FD-9C19-45E63CC50BA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blipFill rotWithShape="0">
          <a:blip r:embed="rId2"/>
          <a:stretch/>
        </a:blipFill>
      </p:bgPr>
    </p:bg>
    <p:spTree>
      <p:nvGrpSpPr>
        <p:cNvPr id="1" name=""/>
        <p:cNvGrpSpPr/>
        <p:nvPr/>
      </p:nvGrpSpPr>
      <p:grpSpPr>
        <a:xfrm>
          <a:off x="0" y="0"/>
          <a:ext cx="0" cy="0"/>
          <a:chOff x="0" y="0"/>
          <a:chExt cx="0" cy="0"/>
        </a:xfrm>
      </p:grpSpPr>
      <p:pic>
        <p:nvPicPr>
          <p:cNvPr id="2"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3"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pic>
        <p:nvPicPr>
          <p:cNvPr id="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5" name="PlaceHolder 1"/>
          <p:cNvSpPr>
            <a:spLocks noGrp="1"/>
          </p:cNvSpPr>
          <p:nvPr>
            <p:ph type="title"/>
          </p:nvPr>
        </p:nvSpPr>
        <p:spPr>
          <a:xfrm>
            <a:off x="685800" y="2130480"/>
            <a:ext cx="7772040" cy="146952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t>
            </a:r>
            <a:r>
              <a:rPr lang="es-ES" sz="4400" b="0" u="none" strike="noStrike">
                <a:solidFill>
                  <a:schemeClr val="dk1"/>
                </a:solidFill>
                <a:effectLst/>
                <a:uFillTx/>
                <a:latin typeface="Calibri"/>
              </a:rPr>
              <a:t>a </a:t>
            </a:r>
            <a:r>
              <a:rPr lang="es-ES" sz="4400" b="0" u="none" strike="noStrike">
                <a:solidFill>
                  <a:schemeClr val="dk1"/>
                </a:solidFill>
                <a:effectLst/>
                <a:uFillTx/>
                <a:latin typeface="Calibri"/>
              </a:rPr>
              <a:t>clic </a:t>
            </a:r>
            <a:r>
              <a:rPr lang="es-ES" sz="4400" b="0" u="none" strike="noStrike">
                <a:solidFill>
                  <a:schemeClr val="dk1"/>
                </a:solidFill>
                <a:effectLst/>
                <a:uFillTx/>
                <a:latin typeface="Calibri"/>
              </a:rPr>
              <a:t>par</a:t>
            </a:r>
            <a:r>
              <a:rPr lang="es-ES" sz="4400" b="0" u="none" strike="noStrike">
                <a:solidFill>
                  <a:schemeClr val="dk1"/>
                </a:solidFill>
                <a:effectLst/>
                <a:uFillTx/>
                <a:latin typeface="Calibri"/>
              </a:rPr>
              <a:t>a </a:t>
            </a:r>
            <a:r>
              <a:rPr lang="es-ES" sz="4400" b="0" u="none" strike="noStrike">
                <a:solidFill>
                  <a:schemeClr val="dk1"/>
                </a:solidFill>
                <a:effectLst/>
                <a:uFillTx/>
                <a:latin typeface="Calibri"/>
              </a:rPr>
              <a:t>mo</a:t>
            </a:r>
            <a:r>
              <a:rPr lang="es-ES" sz="4400" b="0" u="none" strike="noStrike">
                <a:solidFill>
                  <a:schemeClr val="dk1"/>
                </a:solidFill>
                <a:effectLst/>
                <a:uFillTx/>
                <a:latin typeface="Calibri"/>
              </a:rPr>
              <a:t>dific</a:t>
            </a:r>
            <a:r>
              <a:rPr lang="es-ES" sz="4400" b="0" u="none" strike="noStrike">
                <a:solidFill>
                  <a:schemeClr val="dk1"/>
                </a:solidFill>
                <a:effectLst/>
                <a:uFillTx/>
                <a:latin typeface="Calibri"/>
              </a:rPr>
              <a:t>ar el </a:t>
            </a:r>
            <a:r>
              <a:rPr lang="es-ES" sz="4400" b="0" u="none" strike="noStrike">
                <a:solidFill>
                  <a:schemeClr val="dk1"/>
                </a:solidFill>
                <a:effectLst/>
                <a:uFillTx/>
                <a:latin typeface="Calibri"/>
              </a:rPr>
              <a:t>estil</a:t>
            </a:r>
            <a:r>
              <a:rPr lang="es-ES" sz="4400" b="0" u="none" strike="noStrike">
                <a:solidFill>
                  <a:schemeClr val="dk1"/>
                </a:solidFill>
                <a:effectLst/>
                <a:uFillTx/>
                <a:latin typeface="Calibri"/>
              </a:rPr>
              <a:t>o de </a:t>
            </a:r>
            <a:r>
              <a:rPr lang="es-ES" sz="4400" b="0" u="none" strike="noStrike">
                <a:solidFill>
                  <a:schemeClr val="dk1"/>
                </a:solidFill>
                <a:effectLst/>
                <a:uFillTx/>
                <a:latin typeface="Calibri"/>
              </a:rPr>
              <a:t>títul</a:t>
            </a:r>
            <a:r>
              <a:rPr lang="es-ES" sz="4400" b="0" u="none" strike="noStrike">
                <a:solidFill>
                  <a:schemeClr val="dk1"/>
                </a:solidFill>
                <a:effectLst/>
                <a:uFillTx/>
                <a:latin typeface="Calibri"/>
              </a:rPr>
              <a:t>o </a:t>
            </a:r>
            <a:r>
              <a:rPr lang="es-ES" sz="4400" b="0" u="none" strike="noStrike">
                <a:solidFill>
                  <a:schemeClr val="dk1"/>
                </a:solidFill>
                <a:effectLst/>
                <a:uFillTx/>
                <a:latin typeface="Calibri"/>
              </a:rPr>
              <a:t>del </a:t>
            </a:r>
            <a:r>
              <a:rPr lang="es-ES" sz="4400" b="0" u="none" strike="noStrike">
                <a:solidFill>
                  <a:schemeClr val="dk1"/>
                </a:solidFill>
                <a:effectLst/>
                <a:uFillTx/>
                <a:latin typeface="Calibri"/>
              </a:rPr>
              <a:t>patr</a:t>
            </a:r>
            <a:r>
              <a:rPr lang="es-ES" sz="4400" b="0" u="none" strike="noStrike">
                <a:solidFill>
                  <a:schemeClr val="dk1"/>
                </a:solidFill>
                <a:effectLst/>
                <a:uFillTx/>
                <a:latin typeface="Calibri"/>
              </a:rPr>
              <a:t>ón</a:t>
            </a:r>
            <a:endParaRPr lang="es-ES" sz="4400" b="0" u="none" strike="noStrike">
              <a:solidFill>
                <a:schemeClr val="dk1"/>
              </a:solidFill>
              <a:effectLst/>
              <a:uFillTx/>
              <a:latin typeface="Arial"/>
            </a:endParaRPr>
          </a:p>
        </p:txBody>
      </p:sp>
      <p:sp>
        <p:nvSpPr>
          <p:cNvPr id="6" name="PlaceHolder 2"/>
          <p:cNvSpPr>
            <a:spLocks noGrp="1"/>
          </p:cNvSpPr>
          <p:nvPr>
            <p:ph type="dt" idx="1"/>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7" name="PlaceHolder 3"/>
          <p:cNvSpPr>
            <a:spLocks noGrp="1"/>
          </p:cNvSpPr>
          <p:nvPr>
            <p:ph type="ftr" idx="2"/>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8" name="PlaceHolder 4"/>
          <p:cNvSpPr>
            <a:spLocks noGrp="1"/>
          </p:cNvSpPr>
          <p:nvPr>
            <p:ph type="sldNum" idx="3"/>
          </p:nvPr>
        </p:nvSpPr>
        <p:spPr>
          <a:xfrm>
            <a:off x="6553080" y="6356520"/>
            <a:ext cx="2133360" cy="364680"/>
          </a:xfrm>
          <a:prstGeom prst="rect">
            <a:avLst/>
          </a:prstGeom>
          <a:noFill/>
          <a:ln w="0">
            <a:noFill/>
          </a:ln>
        </p:spPr>
        <p:txBody>
          <a:bodyPr numCol="1" spcCol="0" lIns="91440" rIns="91440" tIns="45720" bIns="45720" anchor="ctr">
            <a:noAutofit/>
          </a:bodyPr>
          <a:lstStyle>
            <a:lvl1pPr indent="0" algn="r">
              <a:lnSpc>
                <a:spcPct val="100000"/>
              </a:lnSpc>
              <a:buNone/>
              <a:defRPr lang="es-ES" sz="1200" b="0" u="none" strike="noStrike">
                <a:solidFill>
                  <a:srgbClr val="898989"/>
                </a:solidFill>
                <a:effectLst/>
                <a:uFillTx/>
                <a:latin typeface="Calibri"/>
                <a:ea typeface="宋体"/>
              </a:defRPr>
            </a:lvl1pPr>
          </a:lstStyle>
          <a:p>
            <a:pPr indent="0" algn="r">
              <a:lnSpc>
                <a:spcPct val="100000"/>
              </a:lnSpc>
              <a:buNone/>
            </a:pPr>
            <a:fld id="{ED6C6EB5-E5C0-44E1-9233-F76BD84F1D0F}" type="slidenum">
              <a:rPr lang="es-ES" sz="1200" b="0" u="none" strike="noStrike">
                <a:solidFill>
                  <a:srgbClr val="898989"/>
                </a:solidFill>
                <a:effectLst/>
                <a:uFillTx/>
                <a:latin typeface="Calibri"/>
                <a:ea typeface="宋体"/>
              </a:rPr>
              <a:t>&lt;编号&gt;</a:t>
            </a:fld>
            <a:endParaRPr lang="en-US" sz="1200" b="0" u="none" strike="noStrike">
              <a:solidFill>
                <a:srgbClr val="000000"/>
              </a:solidFill>
              <a:effectLst/>
              <a:uFillTx/>
              <a:latin typeface="Times New Roman"/>
            </a:endParaRPr>
          </a:p>
        </p:txBody>
      </p:sp>
      <p:sp>
        <p:nvSpPr>
          <p:cNvPr id="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blipFill rotWithShape="0">
          <a:blip r:embed="rId2"/>
          <a:stretch/>
        </a:blipFill>
      </p:bgPr>
    </p:bg>
    <p:spTree>
      <p:nvGrpSpPr>
        <p:cNvPr id="1" name=""/>
        <p:cNvGrpSpPr/>
        <p:nvPr/>
      </p:nvGrpSpPr>
      <p:grpSpPr>
        <a:xfrm>
          <a:off x="0" y="0"/>
          <a:ext cx="0" cy="0"/>
          <a:chOff x="0" y="0"/>
          <a:chExt cx="0" cy="0"/>
        </a:xfrm>
      </p:grpSpPr>
      <p:pic>
        <p:nvPicPr>
          <p:cNvPr id="10"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11"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12"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13" name="5 Marcador de número de diapositiva"/>
          <p:cNvSpPr/>
          <p:nvPr/>
        </p:nvSpPr>
        <p:spPr>
          <a:xfrm>
            <a:off x="8204040" y="684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37E173F7-B98E-4DF1-9476-1B09DAE0FE9A}"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1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15"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s-ES" sz="4400" b="0" u="none" strike="noStrike">
              <a:solidFill>
                <a:schemeClr val="dk1"/>
              </a:solidFill>
              <a:effectLst/>
              <a:uFillTx/>
              <a:latin typeface="Arial"/>
            </a:endParaRPr>
          </a:p>
        </p:txBody>
      </p:sp>
      <p:sp>
        <p:nvSpPr>
          <p:cNvPr id="16" name="PlaceHolder 2"/>
          <p:cNvSpPr>
            <a:spLocks noGrp="1"/>
          </p:cNvSpPr>
          <p:nvPr>
            <p:ph type="body"/>
          </p:nvPr>
        </p:nvSpPr>
        <p:spPr>
          <a:xfrm>
            <a:off x="457200" y="1600200"/>
            <a:ext cx="8229240" cy="452556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lang="es-ES" sz="3200" b="0" u="none" strike="noStrike">
                <a:solidFill>
                  <a:schemeClr val="dk1"/>
                </a:solidFill>
                <a:effectLst/>
                <a:uFillTx/>
                <a:latin typeface="Calibri"/>
              </a:rPr>
              <a:t>Haga clic para modificar el estilo de texto del patrón</a:t>
            </a:r>
            <a:endParaRPr lang="es-ES" sz="3200" b="0" u="none" strike="noStrike">
              <a:solidFill>
                <a:schemeClr val="dk1"/>
              </a:solidFill>
              <a:effectLst/>
              <a:uFillTx/>
              <a:latin typeface="Calibri"/>
            </a:endParaRPr>
          </a:p>
          <a:p>
            <a:pPr marL="743040" lvl="1" indent="-285840">
              <a:lnSpc>
                <a:spcPct val="100000"/>
              </a:lnSpc>
              <a:spcBef>
                <a:spcPts val="561"/>
              </a:spcBef>
              <a:buClr>
                <a:srgbClr val="000000"/>
              </a:buClr>
              <a:buFont typeface="Arial"/>
              <a:buChar char="–"/>
            </a:pPr>
            <a:r>
              <a:rPr lang="es-ES" sz="2800" b="0" u="none" strike="noStrike">
                <a:solidFill>
                  <a:schemeClr val="dk1"/>
                </a:solidFill>
                <a:effectLst/>
                <a:uFillTx/>
                <a:latin typeface="Calibri"/>
              </a:rPr>
              <a:t>Segundo nivel</a:t>
            </a:r>
            <a:endParaRPr lang="es-ES" sz="2800" b="0" u="none" strike="noStrike">
              <a:solidFill>
                <a:schemeClr val="dk1"/>
              </a:solidFill>
              <a:effectLst/>
              <a:uFillTx/>
              <a:latin typeface="Calibri"/>
            </a:endParaRPr>
          </a:p>
          <a:p>
            <a:pPr marL="1143000" lvl="2" indent="-228600">
              <a:lnSpc>
                <a:spcPct val="100000"/>
              </a:lnSpc>
              <a:spcBef>
                <a:spcPts val="479"/>
              </a:spcBef>
              <a:buClr>
                <a:srgbClr val="000000"/>
              </a:buClr>
              <a:buFont typeface="Arial"/>
              <a:buChar char="•"/>
            </a:pPr>
            <a:r>
              <a:rPr lang="es-ES" sz="2400" b="0" u="none" strike="noStrike">
                <a:solidFill>
                  <a:schemeClr val="dk1"/>
                </a:solidFill>
                <a:effectLst/>
                <a:uFillTx/>
                <a:latin typeface="Calibri"/>
              </a:rPr>
              <a:t>Tercer nivel</a:t>
            </a:r>
            <a:endParaRPr lang="es-ES" sz="2400" b="0" u="none" strike="noStrike">
              <a:solidFill>
                <a:schemeClr val="dk1"/>
              </a:solidFill>
              <a:effectLst/>
              <a:uFillTx/>
              <a:latin typeface="Calibri"/>
            </a:endParaRPr>
          </a:p>
          <a:p>
            <a:pPr marL="1600200" lvl="3"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Cuarto nivel</a:t>
            </a:r>
            <a:endParaRPr lang="es-ES" sz="2000" b="0" u="none" strike="noStrike">
              <a:solidFill>
                <a:schemeClr val="dk1"/>
              </a:solidFill>
              <a:effectLst/>
              <a:uFillTx/>
              <a:latin typeface="Calibri"/>
            </a:endParaRPr>
          </a:p>
          <a:p>
            <a:pPr marL="2057400" lvl="4"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Quinto nivel</a:t>
            </a:r>
            <a:endParaRPr lang="es-ES" sz="2000" b="0" u="none" strike="noStrike">
              <a:solidFill>
                <a:schemeClr val="dk1"/>
              </a:solidFill>
              <a:effectLst/>
              <a:uFillTx/>
              <a:latin typeface="Calibri"/>
            </a:endParaRPr>
          </a:p>
        </p:txBody>
      </p:sp>
      <p:sp>
        <p:nvSpPr>
          <p:cNvPr id="17" name="PlaceHolder 3"/>
          <p:cNvSpPr>
            <a:spLocks noGrp="1"/>
          </p:cNvSpPr>
          <p:nvPr>
            <p:ph type="dt" idx="4"/>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18" name="PlaceHolder 4"/>
          <p:cNvSpPr>
            <a:spLocks noGrp="1"/>
          </p:cNvSpPr>
          <p:nvPr>
            <p:ph type="ftr" idx="5"/>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ítulo y objetos">
    <p:bg>
      <p:bgPr>
        <a:blipFill rotWithShape="0">
          <a:blip r:embed="rId2"/>
          <a:stretch/>
        </a:blipFill>
      </p:bgPr>
    </p:bg>
    <p:spTree>
      <p:nvGrpSpPr>
        <p:cNvPr id="1" name=""/>
        <p:cNvGrpSpPr/>
        <p:nvPr/>
      </p:nvGrpSpPr>
      <p:grpSpPr>
        <a:xfrm>
          <a:off x="0" y="0"/>
          <a:ext cx="0" cy="0"/>
          <a:chOff x="0" y="0"/>
          <a:chExt cx="0" cy="0"/>
        </a:xfrm>
      </p:grpSpPr>
      <p:pic>
        <p:nvPicPr>
          <p:cNvPr id="19"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20"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21"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22" name="5 Marcador de número de diapositiva"/>
          <p:cNvSpPr/>
          <p:nvPr/>
        </p:nvSpPr>
        <p:spPr>
          <a:xfrm>
            <a:off x="8204040" y="666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F7FD1E1F-12FC-4498-9DB4-FE215492B7CD}"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23"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24" name="PlaceHolder 1"/>
          <p:cNvSpPr>
            <a:spLocks noGrp="1"/>
          </p:cNvSpPr>
          <p:nvPr>
            <p:ph type="dt" idx="6"/>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25" name="PlaceHolder 2"/>
          <p:cNvSpPr>
            <a:spLocks noGrp="1"/>
          </p:cNvSpPr>
          <p:nvPr>
            <p:ph type="ftr" idx="7"/>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26"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lang="zh-CN" sz="4400" b="0" u="none" strike="noStrike">
                <a:solidFill>
                  <a:schemeClr val="dk1"/>
                </a:solidFill>
                <a:effectLst/>
                <a:uFillTx/>
                <a:latin typeface="Arial"/>
              </a:rPr>
              <a:t>单击以编辑标题文本格式</a:t>
            </a:r>
            <a:endParaRPr lang="es-ES" sz="4400" b="0" u="none" strike="noStrike">
              <a:solidFill>
                <a:schemeClr val="dk1"/>
              </a:solidFill>
              <a:effectLst/>
              <a:uFillTx/>
              <a:latin typeface="Arial"/>
            </a:endParaRPr>
          </a:p>
        </p:txBody>
      </p:sp>
      <p:sp>
        <p:nvSpPr>
          <p:cNvPr id="27" name="PlaceHolder 4"/>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openxmlformats.org/officeDocument/2006/relationships/slideLayout" Target="../slideLayouts/slideLayout2.xml"/><Relationship Id="rId6"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2.xml"/><Relationship Id="rId5"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6.png"/><Relationship Id="rId3" Type="http://schemas.openxmlformats.org/officeDocument/2006/relationships/slideLayout" Target="../slideLayouts/slideLayout2.xml"/><Relationship Id="rId4"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subTitle"/>
          </p:nvPr>
        </p:nvSpPr>
        <p:spPr>
          <a:xfrm>
            <a:off x="1187280" y="1916280"/>
            <a:ext cx="7488000" cy="791640"/>
          </a:xfrm>
          <a:prstGeom prst="rect">
            <a:avLst/>
          </a:prstGeom>
          <a:noFill/>
          <a:ln w="9360">
            <a:noFill/>
          </a:ln>
        </p:spPr>
        <p:txBody>
          <a:bodyPr numCol="1" spcCol="0" lIns="91440" rIns="91440" tIns="45720" bIns="45720" anchor="t">
            <a:noAutofit/>
          </a:bodyPr>
          <a:p>
            <a:pPr algn="ctr">
              <a:lnSpc>
                <a:spcPct val="100000"/>
              </a:lnSpc>
              <a:spcBef>
                <a:spcPts val="1080"/>
              </a:spcBef>
              <a:tabLst>
                <a:tab algn="l" pos="0"/>
              </a:tabLst>
            </a:pPr>
            <a:r>
              <a:rPr lang="zh-CN" sz="5400" b="1" u="none" strike="noStrike">
                <a:solidFill>
                  <a:schemeClr val="dk1"/>
                </a:solidFill>
                <a:effectLst/>
                <a:uFillTx/>
                <a:latin typeface="Bodoni MT Black"/>
              </a:rPr>
              <a:t>软</a:t>
            </a:r>
            <a:r>
              <a:rPr lang="zh-CN" sz="5400" b="1" u="none" strike="noStrike">
                <a:solidFill>
                  <a:schemeClr val="dk1"/>
                </a:solidFill>
                <a:effectLst/>
                <a:uFillTx/>
                <a:latin typeface="Bodoni MT Black"/>
              </a:rPr>
              <a:t>件</a:t>
            </a:r>
            <a:r>
              <a:rPr lang="zh-CN" sz="5400" b="1" u="none" strike="noStrike">
                <a:solidFill>
                  <a:schemeClr val="dk1"/>
                </a:solidFill>
                <a:effectLst/>
                <a:uFillTx/>
                <a:latin typeface="Bodoni MT Black"/>
              </a:rPr>
              <a:t>工</a:t>
            </a:r>
            <a:r>
              <a:rPr lang="zh-CN" sz="5400" b="1" u="none" strike="noStrike">
                <a:solidFill>
                  <a:schemeClr val="dk1"/>
                </a:solidFill>
                <a:effectLst/>
                <a:uFillTx/>
                <a:latin typeface="Bodoni MT Black"/>
              </a:rPr>
              <a:t>程</a:t>
            </a:r>
            <a:r>
              <a:rPr lang="zh-CN" sz="5400" b="1" u="none" strike="noStrike">
                <a:solidFill>
                  <a:schemeClr val="dk1"/>
                </a:solidFill>
                <a:effectLst/>
                <a:uFillTx/>
                <a:latin typeface="Bodoni MT Black"/>
              </a:rPr>
              <a:t>导</a:t>
            </a:r>
            <a:r>
              <a:rPr lang="zh-CN" sz="5400" b="1" u="none" strike="noStrike">
                <a:solidFill>
                  <a:schemeClr val="dk1"/>
                </a:solidFill>
                <a:effectLst/>
                <a:uFillTx/>
                <a:latin typeface="Bodoni MT Black"/>
              </a:rPr>
              <a:t>论</a:t>
            </a:r>
            <a:r>
              <a:rPr lang="zh-CN" sz="5400" b="1" u="none" strike="noStrike">
                <a:solidFill>
                  <a:schemeClr val="dk1"/>
                </a:solidFill>
                <a:effectLst/>
                <a:uFillTx/>
                <a:latin typeface="Bodoni MT Black"/>
              </a:rPr>
              <a:t>（</a:t>
            </a:r>
            <a:r>
              <a:rPr lang="zh-CN" sz="5400" b="1" u="none" strike="noStrike">
                <a:solidFill>
                  <a:schemeClr val="dk1"/>
                </a:solidFill>
                <a:effectLst/>
                <a:uFillTx/>
                <a:latin typeface="Bodoni MT Black"/>
              </a:rPr>
              <a:t>第</a:t>
            </a:r>
            <a:r>
              <a:rPr lang="en-US" sz="5400" b="1" u="none" strike="noStrike">
                <a:solidFill>
                  <a:schemeClr val="dk1"/>
                </a:solidFill>
                <a:effectLst/>
                <a:uFillTx/>
                <a:latin typeface="Bodoni MT Black"/>
              </a:rPr>
              <a:t>6</a:t>
            </a:r>
            <a:r>
              <a:rPr lang="zh-CN" sz="5400" b="1" u="none" strike="noStrike">
                <a:solidFill>
                  <a:schemeClr val="dk1"/>
                </a:solidFill>
                <a:effectLst/>
                <a:uFillTx/>
                <a:latin typeface="Bodoni MT Black"/>
              </a:rPr>
              <a:t>版</a:t>
            </a:r>
            <a:r>
              <a:rPr lang="zh-CN" sz="5400" b="1" u="none" strike="noStrike">
                <a:solidFill>
                  <a:schemeClr val="dk1"/>
                </a:solidFill>
                <a:effectLst/>
                <a:uFillTx/>
                <a:latin typeface="Bodoni MT Black"/>
              </a:rPr>
              <a:t>）</a:t>
            </a:r>
            <a:endParaRPr lang="en-US" sz="5400" b="0" u="none" strike="noStrike">
              <a:solidFill>
                <a:srgbClr val="000000"/>
              </a:solidFill>
              <a:effectLst/>
              <a:uFillTx/>
              <a:latin typeface="Arial"/>
            </a:endParaRPr>
          </a:p>
        </p:txBody>
      </p:sp>
      <p:sp>
        <p:nvSpPr>
          <p:cNvPr id="35" name="1 Título"/>
          <p:cNvSpPr/>
          <p:nvPr/>
        </p:nvSpPr>
        <p:spPr>
          <a:xfrm>
            <a:off x="3132000" y="6275520"/>
            <a:ext cx="2390400" cy="474480"/>
          </a:xfrm>
          <a:prstGeom prst="rect">
            <a:avLst/>
          </a:prstGeom>
          <a:noFill/>
          <a:ln w="9525">
            <a:noFill/>
          </a:ln>
        </p:spPr>
        <p:style>
          <a:lnRef idx="0"/>
          <a:fillRef idx="0"/>
          <a:effectRef idx="0"/>
          <a:fontRef idx="minor"/>
        </p:style>
        <p:txBody>
          <a:bodyPr lIns="90000" rIns="90000" tIns="45000" bIns="45000" anchor="ctr">
            <a:noAutofit/>
          </a:bodyPr>
          <a:p>
            <a:pPr algn="r">
              <a:lnSpc>
                <a:spcPct val="100000"/>
              </a:lnSpc>
            </a:pPr>
            <a:r>
              <a:rPr lang="zh-CN" sz="2000" b="0" u="none" strike="noStrike">
                <a:solidFill>
                  <a:schemeClr val="lt1"/>
                </a:solidFill>
                <a:effectLst/>
                <a:uFillTx/>
                <a:latin typeface="Bodoni MT Black"/>
                <a:ea typeface="宋体"/>
              </a:rPr>
              <a:t>清华大学出版社</a:t>
            </a:r>
            <a:endParaRPr lang="en-US" sz="2000" b="0" u="none" strike="noStrike">
              <a:solidFill>
                <a:srgbClr val="000000"/>
              </a:solidFill>
              <a:effectLst/>
              <a:uFillTx/>
              <a:latin typeface="Arial"/>
            </a:endParaRPr>
          </a:p>
        </p:txBody>
      </p:sp>
      <p:sp>
        <p:nvSpPr>
          <p:cNvPr id="36" name="5 CuadroTexto"/>
          <p:cNvSpPr/>
          <p:nvPr/>
        </p:nvSpPr>
        <p:spPr>
          <a:xfrm>
            <a:off x="1979640" y="3629160"/>
            <a:ext cx="5616360" cy="707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lang="zh-CN" sz="4000" b="1" u="none" strike="noStrike">
                <a:solidFill>
                  <a:schemeClr val="dk1"/>
                </a:solidFill>
                <a:effectLst/>
                <a:uFillTx/>
                <a:latin typeface="Bodoni MT Black"/>
              </a:rPr>
              <a:t>第</a:t>
            </a:r>
            <a:r>
              <a:rPr lang="en-US" sz="4000" b="1" u="none" strike="noStrike">
                <a:solidFill>
                  <a:schemeClr val="dk1"/>
                </a:solidFill>
                <a:effectLst/>
                <a:uFillTx/>
                <a:latin typeface="Bodoni MT Black"/>
              </a:rPr>
              <a:t>6</a:t>
            </a:r>
            <a:r>
              <a:rPr lang="zh-CN" sz="4000" b="1" u="none" strike="noStrike">
                <a:solidFill>
                  <a:schemeClr val="dk1"/>
                </a:solidFill>
                <a:effectLst/>
                <a:uFillTx/>
                <a:latin typeface="Bodoni MT Black"/>
              </a:rPr>
              <a:t>章  详细设计</a:t>
            </a:r>
            <a:endParaRPr lang="en-US" sz="4000" b="0" u="none" strike="noStrike">
              <a:solidFill>
                <a:srgbClr val="000000"/>
              </a:solidFill>
              <a:effectLst/>
              <a:uFillTx/>
              <a:latin typeface="Arial"/>
            </a:endParaRPr>
          </a:p>
        </p:txBody>
      </p:sp>
      <p:sp>
        <p:nvSpPr>
          <p:cNvPr id="37" name="1 Título"/>
          <p:cNvSpPr/>
          <p:nvPr/>
        </p:nvSpPr>
        <p:spPr>
          <a:xfrm>
            <a:off x="-36360" y="127080"/>
            <a:ext cx="5544720" cy="348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000" b="0" u="none" strike="noStrike">
                <a:solidFill>
                  <a:schemeClr val="dk1"/>
                </a:solidFill>
                <a:effectLst/>
                <a:uFillTx/>
                <a:latin typeface="Bodoni MT Black"/>
              </a:rPr>
              <a:t>“十二五”普通高等教育本科国家级规划教材</a:t>
            </a:r>
            <a:endParaRPr lang="en-US" sz="2000" b="0" u="none" strike="noStrike">
              <a:solidFill>
                <a:srgbClr val="000000"/>
              </a:solidFill>
              <a:effectLst/>
              <a:uFillTx/>
              <a:latin typeface="Arial"/>
            </a:endParaRPr>
          </a:p>
        </p:txBody>
      </p:sp>
      <p:sp>
        <p:nvSpPr>
          <p:cNvPr id="38" name="文本框 1"/>
          <p:cNvSpPr/>
          <p:nvPr/>
        </p:nvSpPr>
        <p:spPr>
          <a:xfrm>
            <a:off x="285840" y="6311880"/>
            <a:ext cx="2493720" cy="3996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zh-CN" sz="2000" b="0" u="none" strike="noStrike">
                <a:solidFill>
                  <a:schemeClr val="lt1"/>
                </a:solidFill>
                <a:effectLst/>
                <a:uFillTx/>
                <a:latin typeface="Bodoni MT Black"/>
                <a:ea typeface="宋体"/>
              </a:rPr>
              <a:t>张海藩，牟永敏编著</a:t>
            </a:r>
            <a:endParaRPr lang="en-US" sz="2000" b="0" u="none" strike="noStrike">
              <a:solidFill>
                <a:srgbClr val="000000"/>
              </a:solidFill>
              <a:effectLst/>
              <a:uFillTx/>
              <a:latin typeface="Arial"/>
            </a:endParaRPr>
          </a:p>
        </p:txBody>
      </p:sp>
      <p:sp>
        <p:nvSpPr>
          <p:cNvPr id="39" name="1 Título"/>
          <p:cNvSpPr/>
          <p:nvPr/>
        </p:nvSpPr>
        <p:spPr>
          <a:xfrm>
            <a:off x="-36360" y="476280"/>
            <a:ext cx="3227040" cy="431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000" b="0" u="none" strike="noStrike">
                <a:solidFill>
                  <a:schemeClr val="dk1"/>
                </a:solidFill>
                <a:effectLst/>
                <a:uFillTx/>
                <a:latin typeface="Bodoni MT Black"/>
              </a:rPr>
              <a:t>北京高等教育精品教材</a:t>
            </a:r>
            <a:endParaRPr lang="en-US" sz="2000" b="0" u="none" strike="noStrike">
              <a:solidFill>
                <a:srgbClr val="000000"/>
              </a:solidFill>
              <a:effectLst/>
              <a:uFillTx/>
              <a:latin typeface="Arial"/>
            </a:endParaRPr>
          </a:p>
        </p:txBody>
      </p:sp>
      <p:sp>
        <p:nvSpPr>
          <p:cNvPr id="40" name="1 Título"/>
          <p:cNvSpPr/>
          <p:nvPr/>
        </p:nvSpPr>
        <p:spPr>
          <a:xfrm>
            <a:off x="0" y="1063800"/>
            <a:ext cx="9143640" cy="564840"/>
          </a:xfrm>
          <a:prstGeom prst="rect">
            <a:avLst/>
          </a:prstGeom>
          <a:solidFill>
            <a:schemeClr val="bg1"/>
          </a:solid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c00000"/>
                </a:solidFill>
                <a:effectLst/>
                <a:uFillTx/>
                <a:latin typeface="Bodoni MT Black"/>
              </a:rPr>
              <a:t>21</a:t>
            </a:r>
            <a:r>
              <a:rPr lang="zh-CN" sz="2400" b="0" u="none" strike="noStrike">
                <a:solidFill>
                  <a:srgbClr val="c00000"/>
                </a:solidFill>
                <a:effectLst/>
                <a:uFillTx/>
                <a:latin typeface="Bodoni MT Black"/>
              </a:rPr>
              <a:t>世纪软件工程专业规划教材</a:t>
            </a:r>
            <a:endParaRPr lang="en-US" sz="2400" b="0" u="none" strike="noStrike">
              <a:solidFill>
                <a:srgbClr val="000000"/>
              </a:solidFill>
              <a:effectLst/>
              <a:uFillTx/>
              <a:latin typeface="Arial"/>
            </a:endParaRPr>
          </a:p>
        </p:txBody>
      </p:sp>
      <p:sp>
        <p:nvSpPr>
          <p:cNvPr id="41" name="等腰三角形 3"/>
          <p:cNvSpPr/>
          <p:nvPr/>
        </p:nvSpPr>
        <p:spPr>
          <a:xfrm rot="5400000">
            <a:off x="1351080" y="3718080"/>
            <a:ext cx="772920" cy="626760"/>
          </a:xfrm>
          <a:prstGeom prst="triangle">
            <a:avLst>
              <a:gd name="adj" fmla="val 50000"/>
            </a:avLst>
          </a:prstGeom>
          <a:solidFill>
            <a:schemeClr val="accent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第</a:t>
            </a:r>
            <a:r>
              <a:rPr lang="en-US" sz="4400" b="1" u="none" strike="noStrike">
                <a:solidFill>
                  <a:schemeClr val="dk1"/>
                </a:solidFill>
                <a:effectLst/>
                <a:uFillTx/>
                <a:latin typeface="Bodoni MT Black"/>
              </a:rPr>
              <a:t>6</a:t>
            </a:r>
            <a:r>
              <a:rPr lang="zh-CN" sz="4400" b="1" u="none" strike="noStrike">
                <a:solidFill>
                  <a:schemeClr val="dk1"/>
                </a:solidFill>
                <a:effectLst/>
                <a:uFillTx/>
                <a:latin typeface="Bodoni MT Black"/>
              </a:rPr>
              <a:t>章  </a:t>
            </a:r>
            <a:r>
              <a:rPr lang="zh-CN" sz="4400" b="1" u="none" strike="noStrike">
                <a:solidFill>
                  <a:schemeClr val="dk1"/>
                </a:solidFill>
                <a:effectLst/>
                <a:uFillTx/>
                <a:latin typeface="Bodoni MT Black"/>
              </a:rPr>
              <a:t>详细设计</a:t>
            </a:r>
            <a:endParaRPr lang="es-ES" sz="4400" b="0" u="none" strike="noStrike">
              <a:solidFill>
                <a:schemeClr val="dk1"/>
              </a:solidFill>
              <a:effectLst/>
              <a:uFillTx/>
              <a:latin typeface="Arial"/>
            </a:endParaRPr>
          </a:p>
        </p:txBody>
      </p:sp>
      <p:sp>
        <p:nvSpPr>
          <p:cNvPr id="43" name="TextBox 7"/>
          <p:cNvSpPr/>
          <p:nvPr/>
        </p:nvSpPr>
        <p:spPr>
          <a:xfrm>
            <a:off x="486720" y="1989000"/>
            <a:ext cx="8354520" cy="19386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ff0000"/>
                </a:solidFill>
                <a:effectLst/>
                <a:uFillTx/>
                <a:latin typeface="Bodoni MT Black"/>
                <a:ea typeface="宋体"/>
              </a:rPr>
              <a:t>根本目标：</a:t>
            </a:r>
            <a:r>
              <a:rPr lang="zh-CN" sz="2400" b="0" u="none" strike="noStrike">
                <a:solidFill>
                  <a:schemeClr val="dk1"/>
                </a:solidFill>
                <a:effectLst/>
                <a:uFillTx/>
                <a:latin typeface="Bodoni MT Black"/>
                <a:ea typeface="宋体"/>
              </a:rPr>
              <a:t>确定应该怎样</a:t>
            </a:r>
            <a:r>
              <a:rPr lang="zh-CN" sz="2400" b="0" u="none" strike="noStrike">
                <a:solidFill>
                  <a:srgbClr val="ff0000"/>
                </a:solidFill>
                <a:effectLst/>
                <a:uFillTx/>
                <a:latin typeface="Bodoni MT Black"/>
                <a:ea typeface="宋体"/>
              </a:rPr>
              <a:t>具体</a:t>
            </a:r>
            <a:r>
              <a:rPr lang="zh-CN" sz="2400" b="0" u="none" strike="noStrike">
                <a:solidFill>
                  <a:schemeClr val="dk1"/>
                </a:solidFill>
                <a:effectLst/>
                <a:uFillTx/>
                <a:latin typeface="Bodoni MT Black"/>
                <a:ea typeface="宋体"/>
              </a:rPr>
              <a:t>地实现所要求的系统。</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详细设计阶段的任务不是具体地编写程序，而是要</a:t>
            </a:r>
            <a:r>
              <a:rPr lang="zh-CN" sz="2400" b="0" u="none" strike="noStrike">
                <a:solidFill>
                  <a:srgbClr val="ff0000"/>
                </a:solidFill>
                <a:effectLst/>
                <a:uFillTx/>
                <a:latin typeface="Bodoni MT Black"/>
                <a:ea typeface="宋体"/>
              </a:rPr>
              <a:t>设计出程序的“蓝图”</a:t>
            </a:r>
            <a:r>
              <a:rPr lang="zh-CN" sz="2400" b="0" u="none" strike="noStrike">
                <a:solidFill>
                  <a:schemeClr val="dk1"/>
                </a:solidFill>
                <a:effectLst/>
                <a:uFillTx/>
                <a:latin typeface="Bodoni MT Black"/>
                <a:ea typeface="宋体"/>
              </a:rPr>
              <a:t>。详细设计的结果基本上决定了最终的程序代码的质量。</a:t>
            </a:r>
            <a:r>
              <a:rPr lang="en-US" sz="2400" b="0" u="none" strike="noStrike">
                <a:solidFill>
                  <a:schemeClr val="dk1"/>
                </a:solidFill>
                <a:effectLst/>
                <a:uFillTx/>
                <a:latin typeface="Arial"/>
                <a:ea typeface="楷体_GB2312"/>
              </a:rPr>
              <a:t>      </a:t>
            </a:r>
            <a:endParaRPr lang="en-US" sz="2400" b="0" u="none" strike="noStrike">
              <a:solidFill>
                <a:srgbClr val="000000"/>
              </a:solidFill>
              <a:effectLst/>
              <a:uFillTx/>
              <a:latin typeface="Arial"/>
            </a:endParaRPr>
          </a:p>
        </p:txBody>
      </p:sp>
      <p:sp>
        <p:nvSpPr>
          <p:cNvPr id="44"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5"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引言</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1 Título"/>
          <p:cNvSpPr/>
          <p:nvPr/>
        </p:nvSpPr>
        <p:spPr>
          <a:xfrm>
            <a:off x="739800" y="189000"/>
            <a:ext cx="7648200" cy="863280"/>
          </a:xfrm>
          <a:prstGeom prst="rect">
            <a:avLst/>
          </a:prstGeom>
          <a:noFill/>
          <a:ln w="9525">
            <a:noFill/>
          </a:ln>
        </p:spPr>
        <p:style>
          <a:lnRef idx="0"/>
          <a:fillRef idx="0"/>
          <a:effectRef idx="0"/>
          <a:fontRef idx="minor"/>
        </p:style>
        <p:txBody>
          <a:bodyPr lIns="90000" rIns="90000" tIns="45000" bIns="45000" anchor="ctr">
            <a:noAutofit/>
          </a:bodyPr>
          <a:p>
            <a:pPr algn="ctr">
              <a:lnSpc>
                <a:spcPts val="5763"/>
              </a:lnSpc>
            </a:pPr>
            <a:r>
              <a:rPr lang="zh-CN" sz="5400" b="1" u="none" strike="noStrike">
                <a:solidFill>
                  <a:schemeClr val="dk1"/>
                </a:solidFill>
                <a:effectLst/>
                <a:uFillTx/>
                <a:latin typeface="Bodoni MT Black"/>
                <a:ea typeface="宋体"/>
              </a:rPr>
              <a:t>主要内容</a:t>
            </a:r>
            <a:endParaRPr lang="en-US" sz="5400" b="0" u="none" strike="noStrike">
              <a:solidFill>
                <a:srgbClr val="000000"/>
              </a:solidFill>
              <a:effectLst/>
              <a:uFillTx/>
              <a:latin typeface="Arial"/>
            </a:endParaRPr>
          </a:p>
        </p:txBody>
      </p:sp>
      <p:sp>
        <p:nvSpPr>
          <p:cNvPr id="47"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4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主要内容</a:t>
            </a:r>
            <a:endParaRPr lang="en-US" sz="2400" b="0" u="none" strike="noStrike">
              <a:solidFill>
                <a:srgbClr val="000000"/>
              </a:solidFill>
              <a:effectLst/>
              <a:uFillTx/>
              <a:latin typeface="Arial"/>
            </a:endParaRPr>
          </a:p>
        </p:txBody>
      </p:sp>
      <p:pic>
        <p:nvPicPr>
          <p:cNvPr id="49"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50"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51"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2"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3"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4"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5" name="Rectangle 3"/>
          <p:cNvSpPr/>
          <p:nvPr/>
        </p:nvSpPr>
        <p:spPr>
          <a:xfrm>
            <a:off x="257040" y="1051920"/>
            <a:ext cx="8229240" cy="4381200"/>
          </a:xfrm>
          <a:prstGeom prst="rect">
            <a:avLst/>
          </a:prstGeom>
          <a:noFill/>
          <a:ln w="0">
            <a:noFill/>
          </a:ln>
        </p:spPr>
        <p:style>
          <a:lnRef idx="0"/>
          <a:fillRef idx="0"/>
          <a:effectRef idx="0"/>
          <a:fontRef idx="minor"/>
        </p:style>
        <p:txBody>
          <a:bodyPr lIns="90000" rIns="90000" tIns="45000" bIns="45000" anchor="t">
            <a:noAutofit/>
          </a:bodyPr>
          <a:p>
            <a:pPr>
              <a:lnSpc>
                <a:spcPct val="200000"/>
              </a:lnSpc>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6.1   </a:t>
            </a:r>
            <a:r>
              <a:rPr lang="zh-CN" sz="2400" b="1" u="none" strike="noStrike">
                <a:solidFill>
                  <a:schemeClr val="dk1"/>
                </a:solidFill>
                <a:effectLst/>
                <a:uFillTx/>
                <a:latin typeface="Bodoni MT Black"/>
              </a:rPr>
              <a:t>结构程序设计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6.2   </a:t>
            </a:r>
            <a:r>
              <a:rPr lang="zh-CN" sz="2400" b="1" u="none" strike="noStrike">
                <a:solidFill>
                  <a:schemeClr val="dk1"/>
                </a:solidFill>
                <a:effectLst/>
                <a:uFillTx/>
                <a:latin typeface="Bodoni MT Black"/>
              </a:rPr>
              <a:t>人机界面设计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6.3   </a:t>
            </a:r>
            <a:r>
              <a:rPr lang="zh-CN" sz="2400" b="1" u="none" strike="noStrike">
                <a:solidFill>
                  <a:schemeClr val="dk1"/>
                </a:solidFill>
                <a:effectLst/>
                <a:uFillTx/>
                <a:latin typeface="Bodoni MT Black"/>
              </a:rPr>
              <a:t>数据设计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6.4   </a:t>
            </a:r>
            <a:r>
              <a:rPr lang="zh-CN" sz="2400" b="1" u="none" strike="noStrike">
                <a:solidFill>
                  <a:schemeClr val="dk1"/>
                </a:solidFill>
                <a:effectLst/>
                <a:uFillTx/>
                <a:latin typeface="Bodoni MT Black"/>
              </a:rPr>
              <a:t>过程设计的工具</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6.5   </a:t>
            </a:r>
            <a:r>
              <a:rPr lang="zh-CN" sz="2400" b="1" u="none" strike="noStrike">
                <a:solidFill>
                  <a:schemeClr val="dk1"/>
                </a:solidFill>
                <a:effectLst/>
                <a:uFillTx/>
                <a:latin typeface="Bodoni MT Black"/>
              </a:rPr>
              <a:t>面向数据结构的设计方法</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6.6   </a:t>
            </a:r>
            <a:r>
              <a:rPr lang="zh-CN" sz="2400" b="1" u="none" strike="noStrike">
                <a:solidFill>
                  <a:schemeClr val="dk1"/>
                </a:solidFill>
                <a:effectLst/>
                <a:uFillTx/>
                <a:latin typeface="Bodoni MT Black"/>
              </a:rPr>
              <a:t>程序复杂程度的定量度量</a:t>
            </a:r>
            <a:endParaRPr lang="en-US" sz="2400" b="0" u="none" strike="noStrike">
              <a:solidFill>
                <a:srgbClr val="000000"/>
              </a:solidFill>
              <a:effectLst/>
              <a:uFillTx/>
              <a:latin typeface="Arial"/>
            </a:endParaRPr>
          </a:p>
          <a:p>
            <a:pPr>
              <a:lnSpc>
                <a:spcPct val="200000"/>
              </a:lnSpc>
              <a:spcBef>
                <a:spcPts val="1199"/>
              </a:spcBef>
              <a:tabLst>
                <a:tab algn="l" pos="0"/>
              </a:tabLst>
            </a:pPr>
            <a:endParaRPr lang="en-US" sz="24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ea typeface="黑体"/>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56"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1 Título"/>
          <p:cNvSpPr/>
          <p:nvPr/>
        </p:nvSpPr>
        <p:spPr>
          <a:xfrm>
            <a:off x="739800" y="189000"/>
            <a:ext cx="7648200" cy="863280"/>
          </a:xfrm>
          <a:prstGeom prst="rect">
            <a:avLst/>
          </a:prstGeom>
          <a:noFill/>
          <a:ln w="9525">
            <a:noFill/>
          </a:ln>
        </p:spPr>
        <p:style>
          <a:lnRef idx="0"/>
          <a:fillRef idx="0"/>
          <a:effectRef idx="0"/>
          <a:fontRef idx="minor"/>
        </p:style>
        <p:txBody>
          <a:bodyPr lIns="90000" rIns="90000" tIns="45000" bIns="45000" anchor="ctr">
            <a:noAutofit/>
          </a:bodyPr>
          <a:p>
            <a:pPr algn="ctr">
              <a:lnSpc>
                <a:spcPts val="5763"/>
              </a:lnSpc>
            </a:pPr>
            <a:r>
              <a:rPr lang="zh-CN" sz="5400" b="1" u="none" strike="noStrike">
                <a:solidFill>
                  <a:schemeClr val="dk1"/>
                </a:solidFill>
                <a:effectLst/>
                <a:uFillTx/>
                <a:latin typeface="Bodoni MT Black"/>
                <a:ea typeface="宋体"/>
              </a:rPr>
              <a:t>主要内容</a:t>
            </a:r>
            <a:endParaRPr lang="en-US" sz="5400" b="0" u="none" strike="noStrike">
              <a:solidFill>
                <a:srgbClr val="000000"/>
              </a:solidFill>
              <a:effectLst/>
              <a:uFillTx/>
              <a:latin typeface="Arial"/>
            </a:endParaRPr>
          </a:p>
        </p:txBody>
      </p:sp>
      <p:sp>
        <p:nvSpPr>
          <p:cNvPr id="58"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5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6.1   </a:t>
            </a:r>
            <a:r>
              <a:rPr lang="zh-CN" sz="2400" b="0" u="none" strike="noStrike">
                <a:solidFill>
                  <a:srgbClr val="d9d9d9"/>
                </a:solidFill>
                <a:effectLst/>
                <a:uFillTx/>
                <a:latin typeface="Bodoni MT Black"/>
                <a:ea typeface="宋体"/>
              </a:rPr>
              <a:t>结构程序设计</a:t>
            </a:r>
            <a:endParaRPr lang="en-US" sz="2400" b="0" u="none" strike="noStrike">
              <a:solidFill>
                <a:srgbClr val="000000"/>
              </a:solidFill>
              <a:effectLst/>
              <a:uFillTx/>
              <a:latin typeface="Arial"/>
            </a:endParaRPr>
          </a:p>
        </p:txBody>
      </p:sp>
      <p:pic>
        <p:nvPicPr>
          <p:cNvPr id="60"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61"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62"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3"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4"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5"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6"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67" name="矩形 13"/>
          <p:cNvSpPr/>
          <p:nvPr/>
        </p:nvSpPr>
        <p:spPr>
          <a:xfrm>
            <a:off x="647280" y="12686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68" name="等腰三角形 14"/>
          <p:cNvSpPr/>
          <p:nvPr/>
        </p:nvSpPr>
        <p:spPr>
          <a:xfrm rot="5400000">
            <a:off x="55080" y="135432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69" name="Rectangle 3"/>
          <p:cNvSpPr/>
          <p:nvPr/>
        </p:nvSpPr>
        <p:spPr>
          <a:xfrm>
            <a:off x="257040" y="1051920"/>
            <a:ext cx="8229240" cy="4381200"/>
          </a:xfrm>
          <a:prstGeom prst="rect">
            <a:avLst/>
          </a:prstGeom>
          <a:noFill/>
          <a:ln w="0">
            <a:noFill/>
          </a:ln>
        </p:spPr>
        <p:style>
          <a:lnRef idx="0"/>
          <a:fillRef idx="0"/>
          <a:effectRef idx="0"/>
          <a:fontRef idx="minor"/>
        </p:style>
        <p:txBody>
          <a:bodyPr lIns="90000" rIns="90000" tIns="45000" bIns="45000" anchor="t">
            <a:noAutofit/>
          </a:bodyPr>
          <a:p>
            <a:pPr>
              <a:lnSpc>
                <a:spcPct val="200000"/>
              </a:lnSpc>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6.1   </a:t>
            </a:r>
            <a:r>
              <a:rPr lang="zh-CN" sz="2400" b="1" u="none" strike="noStrike">
                <a:solidFill>
                  <a:schemeClr val="dk1"/>
                </a:solidFill>
                <a:effectLst/>
                <a:uFillTx/>
                <a:latin typeface="Bodoni MT Black"/>
              </a:rPr>
              <a:t>结构程序设计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6.2   </a:t>
            </a:r>
            <a:r>
              <a:rPr lang="zh-CN" sz="2400" b="1" u="none" strike="noStrike">
                <a:solidFill>
                  <a:schemeClr val="dk1"/>
                </a:solidFill>
                <a:effectLst/>
                <a:uFillTx/>
                <a:latin typeface="Bodoni MT Black"/>
              </a:rPr>
              <a:t>人机界面设计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6.3   </a:t>
            </a:r>
            <a:r>
              <a:rPr lang="zh-CN" sz="2400" b="1" u="none" strike="noStrike">
                <a:solidFill>
                  <a:schemeClr val="dk1"/>
                </a:solidFill>
                <a:effectLst/>
                <a:uFillTx/>
                <a:latin typeface="Bodoni MT Black"/>
              </a:rPr>
              <a:t>数据设计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6.4   </a:t>
            </a:r>
            <a:r>
              <a:rPr lang="zh-CN" sz="2400" b="1" u="none" strike="noStrike">
                <a:solidFill>
                  <a:schemeClr val="dk1"/>
                </a:solidFill>
                <a:effectLst/>
                <a:uFillTx/>
                <a:latin typeface="Bodoni MT Black"/>
              </a:rPr>
              <a:t>过程设计的工具</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6.5   </a:t>
            </a:r>
            <a:r>
              <a:rPr lang="zh-CN" sz="2400" b="1" u="none" strike="noStrike">
                <a:solidFill>
                  <a:schemeClr val="dk1"/>
                </a:solidFill>
                <a:effectLst/>
                <a:uFillTx/>
                <a:latin typeface="Bodoni MT Black"/>
              </a:rPr>
              <a:t>面向数据结构的设计方法</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6.6   </a:t>
            </a:r>
            <a:r>
              <a:rPr lang="zh-CN" sz="2400" b="1" u="none" strike="noStrike">
                <a:solidFill>
                  <a:schemeClr val="dk1"/>
                </a:solidFill>
                <a:effectLst/>
                <a:uFillTx/>
                <a:latin typeface="Bodoni MT Black"/>
              </a:rPr>
              <a:t>程序复杂程度的定量度量</a:t>
            </a:r>
            <a:endParaRPr lang="en-US" sz="2400" b="0" u="none" strike="noStrike">
              <a:solidFill>
                <a:srgbClr val="000000"/>
              </a:solidFill>
              <a:effectLst/>
              <a:uFillTx/>
              <a:latin typeface="Arial"/>
            </a:endParaRPr>
          </a:p>
          <a:p>
            <a:pPr>
              <a:lnSpc>
                <a:spcPct val="200000"/>
              </a:lnSpc>
              <a:spcBef>
                <a:spcPts val="1199"/>
              </a:spcBef>
              <a:tabLst>
                <a:tab algn="l" pos="0"/>
              </a:tabLst>
            </a:pPr>
            <a:endParaRPr lang="en-US" sz="24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ea typeface="黑体"/>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6.1  </a:t>
            </a:r>
            <a:r>
              <a:rPr lang="zh-CN" sz="4400" b="1" u="none" strike="noStrike">
                <a:solidFill>
                  <a:schemeClr val="dk1"/>
                </a:solidFill>
                <a:effectLst/>
                <a:uFillTx/>
                <a:latin typeface="Bodoni MT Black"/>
              </a:rPr>
              <a:t>结构程序设计</a:t>
            </a:r>
            <a:endParaRPr lang="es-ES" sz="4400" b="0" u="none" strike="noStrike">
              <a:solidFill>
                <a:schemeClr val="dk1"/>
              </a:solidFill>
              <a:effectLst/>
              <a:uFillTx/>
              <a:latin typeface="Arial"/>
            </a:endParaRPr>
          </a:p>
        </p:txBody>
      </p:sp>
      <p:sp>
        <p:nvSpPr>
          <p:cNvPr id="7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6.1 </a:t>
            </a:r>
            <a:r>
              <a:rPr lang="zh-CN" sz="2400" b="0" u="none" strike="noStrike">
                <a:solidFill>
                  <a:srgbClr val="d9d9d9"/>
                </a:solidFill>
                <a:effectLst/>
                <a:uFillTx/>
                <a:latin typeface="Bodoni MT Black"/>
                <a:ea typeface="宋体"/>
              </a:rPr>
              <a:t>结构程序设计</a:t>
            </a:r>
            <a:endParaRPr lang="en-US" sz="2400" b="0" u="none" strike="noStrike">
              <a:solidFill>
                <a:srgbClr val="000000"/>
              </a:solidFill>
              <a:effectLst/>
              <a:uFillTx/>
              <a:latin typeface="Arial"/>
            </a:endParaRPr>
          </a:p>
        </p:txBody>
      </p:sp>
      <p:sp>
        <p:nvSpPr>
          <p:cNvPr id="7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73" name="PlaceHolder 2"/>
          <p:cNvSpPr>
            <a:spLocks noGrp="1"/>
          </p:cNvSpPr>
          <p:nvPr>
            <p:ph/>
          </p:nvPr>
        </p:nvSpPr>
        <p:spPr>
          <a:xfrm>
            <a:off x="107640" y="1133640"/>
            <a:ext cx="3943800" cy="4525560"/>
          </a:xfrm>
          <a:prstGeom prst="rect">
            <a:avLst/>
          </a:prstGeom>
          <a:noFill/>
          <a:ln w="9360">
            <a:noFill/>
          </a:ln>
        </p:spPr>
        <p:txBody>
          <a:bodyPr numCol="1" spcCol="0" lIns="91440" rIns="91440" tIns="45720" bIns="45720" anchor="t">
            <a:noAutofit/>
          </a:bodyPr>
          <a:p>
            <a:pPr marL="343080" indent="-343080">
              <a:lnSpc>
                <a:spcPct val="125000"/>
              </a:lnSpc>
              <a:spcBef>
                <a:spcPts val="479"/>
              </a:spcBef>
              <a:buClr>
                <a:srgbClr val="000000"/>
              </a:buClr>
              <a:buFont typeface="Arial"/>
              <a:buChar char="•"/>
            </a:pPr>
            <a:r>
              <a:rPr lang="en-US" sz="2400" b="0" u="none" strike="noStrike">
                <a:solidFill>
                  <a:schemeClr val="dk1"/>
                </a:solidFill>
                <a:effectLst/>
                <a:uFillTx/>
                <a:latin typeface="Times New Roman"/>
              </a:rPr>
              <a:t>1965</a:t>
            </a:r>
            <a:r>
              <a:rPr lang="zh-CN" sz="2400" b="0" u="none" strike="noStrike">
                <a:solidFill>
                  <a:schemeClr val="dk1"/>
                </a:solidFill>
                <a:effectLst/>
                <a:uFillTx/>
                <a:latin typeface="Bodoni MT Black"/>
              </a:rPr>
              <a:t>年</a:t>
            </a:r>
            <a:r>
              <a:rPr lang="zh-CN" sz="2400" b="0" u="none" strike="noStrike">
                <a:solidFill>
                  <a:srgbClr val="ff0000"/>
                </a:solidFill>
                <a:effectLst/>
                <a:uFillTx/>
                <a:latin typeface="Bodoni MT Black"/>
              </a:rPr>
              <a:t>结构程序设计</a:t>
            </a:r>
            <a:r>
              <a:rPr lang="zh-CN" sz="2400" b="0" u="none" strike="noStrike">
                <a:solidFill>
                  <a:schemeClr val="dk1"/>
                </a:solidFill>
                <a:effectLst/>
                <a:uFillTx/>
                <a:latin typeface="Bodoni MT Black"/>
              </a:rPr>
              <a:t>的概念最早由</a:t>
            </a:r>
            <a:r>
              <a:rPr lang="en-US" sz="2400" b="0" u="none" strike="noStrike">
                <a:solidFill>
                  <a:schemeClr val="dk1"/>
                </a:solidFill>
                <a:effectLst/>
                <a:uFillTx/>
                <a:latin typeface="Times New Roman"/>
              </a:rPr>
              <a:t>E.W.Dijkstra</a:t>
            </a:r>
            <a:r>
              <a:rPr lang="zh-CN" sz="2400" b="0" u="none" strike="noStrike">
                <a:solidFill>
                  <a:schemeClr val="dk1"/>
                </a:solidFill>
                <a:effectLst/>
                <a:uFillTx/>
                <a:latin typeface="Bodoni MT Black"/>
              </a:rPr>
              <a:t>提出：程序的质量与程序中所包含的</a:t>
            </a:r>
            <a:r>
              <a:rPr lang="en-US" sz="2400" b="0" u="none" strike="noStrike">
                <a:solidFill>
                  <a:schemeClr val="dk1"/>
                </a:solidFill>
                <a:effectLst/>
                <a:uFillTx/>
                <a:latin typeface="Bodoni MT Black"/>
              </a:rPr>
              <a:t>GO TO </a:t>
            </a:r>
            <a:r>
              <a:rPr lang="zh-CN" sz="2400" b="0" u="none" strike="noStrike">
                <a:solidFill>
                  <a:schemeClr val="dk1"/>
                </a:solidFill>
                <a:effectLst/>
                <a:uFillTx/>
                <a:latin typeface="Bodoni MT Black"/>
              </a:rPr>
              <a:t>语句的数量成反比。</a:t>
            </a:r>
            <a:endParaRPr lang="es-ES" sz="2400" b="0" u="none" strike="noStrike">
              <a:solidFill>
                <a:schemeClr val="dk1"/>
              </a:solidFill>
              <a:effectLst/>
              <a:uFillTx/>
              <a:latin typeface="Calibri"/>
            </a:endParaRPr>
          </a:p>
          <a:p>
            <a:pPr marL="343080" indent="-343080">
              <a:lnSpc>
                <a:spcPct val="125000"/>
              </a:lnSpc>
              <a:spcBef>
                <a:spcPts val="479"/>
              </a:spcBef>
              <a:buClr>
                <a:srgbClr val="000000"/>
              </a:buClr>
              <a:buFont typeface="Arial"/>
              <a:buChar char="•"/>
            </a:pPr>
            <a:r>
              <a:rPr lang="en-US" sz="2400" b="0" u="none" strike="noStrike">
                <a:solidFill>
                  <a:schemeClr val="dk1"/>
                </a:solidFill>
                <a:effectLst/>
                <a:uFillTx/>
                <a:latin typeface="Times New Roman"/>
              </a:rPr>
              <a:t>1966</a:t>
            </a:r>
            <a:r>
              <a:rPr lang="zh-CN" sz="2400" b="0" u="none" strike="noStrike">
                <a:solidFill>
                  <a:schemeClr val="dk1"/>
                </a:solidFill>
                <a:effectLst/>
                <a:uFillTx/>
                <a:latin typeface="Times New Roman"/>
              </a:rPr>
              <a:t>年</a:t>
            </a:r>
            <a:r>
              <a:rPr lang="en-US" sz="2400" b="0" u="none" strike="noStrike">
                <a:solidFill>
                  <a:schemeClr val="dk1"/>
                </a:solidFill>
                <a:effectLst/>
                <a:uFillTx/>
                <a:latin typeface="Times New Roman"/>
              </a:rPr>
              <a:t>Bohm</a:t>
            </a:r>
            <a:r>
              <a:rPr lang="zh-CN" sz="2400" b="0" u="none" strike="noStrike">
                <a:solidFill>
                  <a:schemeClr val="dk1"/>
                </a:solidFill>
                <a:effectLst/>
                <a:uFillTx/>
                <a:latin typeface="Times New Roman"/>
              </a:rPr>
              <a:t>和</a:t>
            </a:r>
            <a:r>
              <a:rPr lang="en-US" sz="2400" b="0" u="none" strike="noStrike">
                <a:solidFill>
                  <a:schemeClr val="dk1"/>
                </a:solidFill>
                <a:effectLst/>
                <a:uFillTx/>
                <a:latin typeface="Times New Roman"/>
              </a:rPr>
              <a:t>Jacopini</a:t>
            </a:r>
            <a:r>
              <a:rPr lang="zh-CN" sz="2400" b="0" u="none" strike="noStrike">
                <a:solidFill>
                  <a:schemeClr val="dk1"/>
                </a:solidFill>
                <a:effectLst/>
                <a:uFillTx/>
                <a:latin typeface="Bodoni MT Black"/>
              </a:rPr>
              <a:t>证明了只用“</a:t>
            </a:r>
            <a:r>
              <a:rPr lang="zh-CN" sz="2400" b="0" u="none" strike="noStrike">
                <a:solidFill>
                  <a:srgbClr val="ff0000"/>
                </a:solidFill>
                <a:effectLst/>
                <a:uFillTx/>
                <a:latin typeface="Bodoni MT Black"/>
              </a:rPr>
              <a:t>顺序</a:t>
            </a:r>
            <a:r>
              <a:rPr lang="en-US"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选择</a:t>
            </a:r>
            <a:r>
              <a:rPr lang="en-US"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循环</a:t>
            </a:r>
            <a:r>
              <a:rPr lang="en-US" sz="2400" b="0" u="none" strike="noStrike">
                <a:solidFill>
                  <a:schemeClr val="dk1"/>
                </a:solidFill>
                <a:effectLst/>
                <a:uFillTx/>
                <a:latin typeface="Bodoni MT Black"/>
              </a:rPr>
              <a:t>”控制结构就能实现任何单入口单出口的程序。</a:t>
            </a:r>
            <a:endParaRPr lang="es-ES" sz="2400" b="0" u="none" strike="noStrike">
              <a:solidFill>
                <a:schemeClr val="dk1"/>
              </a:solidFill>
              <a:effectLst/>
              <a:uFillTx/>
              <a:latin typeface="Calibri"/>
            </a:endParaRPr>
          </a:p>
          <a:p>
            <a:pPr indent="0">
              <a:lnSpc>
                <a:spcPct val="125000"/>
              </a:lnSpc>
              <a:spcBef>
                <a:spcPts val="479"/>
              </a:spcBef>
              <a:buNone/>
              <a:tabLst>
                <a:tab algn="l" pos="0"/>
              </a:tabLst>
            </a:pPr>
            <a:endParaRPr lang="es-ES" sz="2400" b="0" u="none" strike="noStrike">
              <a:solidFill>
                <a:schemeClr val="dk1"/>
              </a:solidFill>
              <a:effectLst/>
              <a:uFillTx/>
              <a:latin typeface="Calibri"/>
            </a:endParaRPr>
          </a:p>
        </p:txBody>
      </p:sp>
      <p:pic>
        <p:nvPicPr>
          <p:cNvPr id="74" name="图片 2"/>
          <p:cNvPicPr/>
          <p:nvPr/>
        </p:nvPicPr>
        <p:blipFill>
          <a:blip r:embed="rId1"/>
          <a:stretch/>
        </p:blipFill>
        <p:spPr>
          <a:xfrm>
            <a:off x="4195800" y="1341360"/>
            <a:ext cx="4679640" cy="4317480"/>
          </a:xfrm>
          <a:prstGeom prst="rect">
            <a:avLst/>
          </a:prstGeom>
          <a:noFill/>
          <a:ln w="9525">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6.1  </a:t>
            </a:r>
            <a:r>
              <a:rPr lang="zh-CN" sz="4400" b="1" u="none" strike="noStrike">
                <a:solidFill>
                  <a:schemeClr val="dk1"/>
                </a:solidFill>
                <a:effectLst/>
                <a:uFillTx/>
                <a:latin typeface="Bodoni MT Black"/>
              </a:rPr>
              <a:t>结构程序设计</a:t>
            </a:r>
            <a:endParaRPr lang="es-ES" sz="4400" b="0" u="none" strike="noStrike">
              <a:solidFill>
                <a:schemeClr val="dk1"/>
              </a:solidFill>
              <a:effectLst/>
              <a:uFillTx/>
              <a:latin typeface="Arial"/>
            </a:endParaRPr>
          </a:p>
        </p:txBody>
      </p:sp>
      <p:sp>
        <p:nvSpPr>
          <p:cNvPr id="7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6.1 </a:t>
            </a:r>
            <a:r>
              <a:rPr lang="zh-CN" sz="2400" b="0" u="none" strike="noStrike">
                <a:solidFill>
                  <a:srgbClr val="d9d9d9"/>
                </a:solidFill>
                <a:effectLst/>
                <a:uFillTx/>
                <a:latin typeface="Bodoni MT Black"/>
                <a:ea typeface="宋体"/>
              </a:rPr>
              <a:t>结构程序设计</a:t>
            </a:r>
            <a:endParaRPr lang="en-US" sz="2400" b="0" u="none" strike="noStrike">
              <a:solidFill>
                <a:srgbClr val="000000"/>
              </a:solidFill>
              <a:effectLst/>
              <a:uFillTx/>
              <a:latin typeface="Arial"/>
            </a:endParaRPr>
          </a:p>
        </p:txBody>
      </p:sp>
      <p:sp>
        <p:nvSpPr>
          <p:cNvPr id="7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78" name="PlaceHolder 2"/>
          <p:cNvSpPr>
            <a:spLocks noGrp="1"/>
          </p:cNvSpPr>
          <p:nvPr>
            <p:ph/>
          </p:nvPr>
        </p:nvSpPr>
        <p:spPr>
          <a:xfrm>
            <a:off x="179640" y="981000"/>
            <a:ext cx="8640720" cy="452556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zh-CN" sz="2400" b="0" u="none" strike="noStrike">
                <a:solidFill>
                  <a:schemeClr val="dk1"/>
                </a:solidFill>
                <a:effectLst/>
                <a:uFillTx/>
                <a:latin typeface="Bodoni MT Black"/>
              </a:rPr>
              <a:t>实际上用</a:t>
            </a:r>
            <a:r>
              <a:rPr lang="zh-CN" sz="2400" b="0" u="none" strike="noStrike">
                <a:solidFill>
                  <a:srgbClr val="ff0000"/>
                </a:solidFill>
                <a:effectLst/>
                <a:uFillTx/>
                <a:latin typeface="Bodoni MT Black"/>
              </a:rPr>
              <a:t>顺序结构</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循环结构</a:t>
            </a:r>
            <a:r>
              <a:rPr lang="zh-CN" sz="2400" b="0" u="none" strike="noStrike">
                <a:solidFill>
                  <a:schemeClr val="dk1"/>
                </a:solidFill>
                <a:effectLst/>
                <a:uFillTx/>
                <a:latin typeface="Bodoni MT Black"/>
              </a:rPr>
              <a:t>（又称</a:t>
            </a:r>
            <a:r>
              <a:rPr lang="en-US" sz="2400" b="0" u="none" strike="noStrike">
                <a:solidFill>
                  <a:schemeClr val="dk1"/>
                </a:solidFill>
                <a:effectLst/>
                <a:uFillTx/>
                <a:latin typeface="Bodoni MT Black"/>
              </a:rPr>
              <a:t>DO-WHILE</a:t>
            </a:r>
            <a:r>
              <a:rPr lang="zh-CN" sz="2400" b="0" u="none" strike="noStrike">
                <a:solidFill>
                  <a:schemeClr val="dk1"/>
                </a:solidFill>
                <a:effectLst/>
                <a:uFillTx/>
                <a:latin typeface="Bodoni MT Black"/>
              </a:rPr>
              <a:t>结构）完全可以实现选择结构（又称</a:t>
            </a:r>
            <a:r>
              <a:rPr lang="en-US" sz="2400" b="0" u="none" strike="noStrike">
                <a:solidFill>
                  <a:schemeClr val="dk1"/>
                </a:solidFill>
                <a:effectLst/>
                <a:uFillTx/>
                <a:latin typeface="Bodoni MT Black"/>
              </a:rPr>
              <a:t>IF-THEN-ELSE</a:t>
            </a:r>
            <a:r>
              <a:rPr lang="zh-CN" sz="2400" b="0" u="none" strike="noStrike">
                <a:solidFill>
                  <a:schemeClr val="dk1"/>
                </a:solidFill>
                <a:effectLst/>
                <a:uFillTx/>
                <a:latin typeface="Bodoni MT Black"/>
              </a:rPr>
              <a:t>结构），理论上最基本的控制结构只有</a:t>
            </a:r>
            <a:r>
              <a:rPr lang="zh-CN" sz="2400" b="0" u="none" strike="noStrike">
                <a:solidFill>
                  <a:srgbClr val="ff0000"/>
                </a:solidFill>
                <a:effectLst/>
                <a:uFillTx/>
                <a:latin typeface="Bodoni MT Black"/>
              </a:rPr>
              <a:t>两</a:t>
            </a:r>
            <a:r>
              <a:rPr lang="zh-CN" sz="2400" b="0" u="none" strike="noStrike">
                <a:solidFill>
                  <a:schemeClr val="dk1"/>
                </a:solidFill>
                <a:effectLst/>
                <a:uFillTx/>
                <a:latin typeface="Bodoni MT Black"/>
              </a:rPr>
              <a:t>种。</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Times New Roman"/>
              </a:rPr>
              <a:t>1968</a:t>
            </a:r>
            <a:r>
              <a:rPr lang="zh-CN" sz="2400" b="0" u="none" strike="noStrike">
                <a:solidFill>
                  <a:schemeClr val="dk1"/>
                </a:solidFill>
                <a:effectLst/>
                <a:uFillTx/>
                <a:latin typeface="Bodoni MT Black"/>
              </a:rPr>
              <a:t>年</a:t>
            </a:r>
            <a:r>
              <a:rPr lang="en-US" sz="2400" b="0" u="none" strike="noStrike">
                <a:solidFill>
                  <a:schemeClr val="dk1"/>
                </a:solidFill>
                <a:effectLst/>
                <a:uFillTx/>
                <a:latin typeface="Times New Roman"/>
              </a:rPr>
              <a:t>Dijkstra</a:t>
            </a:r>
            <a:r>
              <a:rPr lang="zh-CN" sz="2400" b="0" u="none" strike="noStrike">
                <a:solidFill>
                  <a:schemeClr val="dk1"/>
                </a:solidFill>
                <a:effectLst/>
                <a:uFillTx/>
                <a:latin typeface="Bodoni MT Black"/>
              </a:rPr>
              <a:t>再次建议从一切高级语言中取消</a:t>
            </a:r>
            <a:r>
              <a:rPr lang="en-US" sz="2400" b="0" u="none" strike="noStrike">
                <a:solidFill>
                  <a:schemeClr val="dk1"/>
                </a:solidFill>
                <a:effectLst/>
                <a:uFillTx/>
                <a:latin typeface="Bodoni MT Black"/>
              </a:rPr>
              <a:t>GO TO</a:t>
            </a:r>
            <a:r>
              <a:rPr lang="zh-CN" sz="2400" b="0" u="none" strike="noStrike">
                <a:solidFill>
                  <a:schemeClr val="dk1"/>
                </a:solidFill>
                <a:effectLst/>
                <a:uFillTx/>
                <a:latin typeface="Bodoni MT Black"/>
              </a:rPr>
              <a:t>语句，只使用</a:t>
            </a:r>
            <a:r>
              <a:rPr lang="en-US" sz="2400" b="0" u="none" strike="noStrike">
                <a:solidFill>
                  <a:schemeClr val="dk1"/>
                </a:solidFill>
                <a:effectLst/>
                <a:uFillTx/>
                <a:latin typeface="Bodoni MT Black"/>
              </a:rPr>
              <a:t>3</a:t>
            </a:r>
            <a:r>
              <a:rPr lang="zh-CN" sz="2400" b="0" u="none" strike="noStrike">
                <a:solidFill>
                  <a:schemeClr val="dk1"/>
                </a:solidFill>
                <a:effectLst/>
                <a:uFillTx/>
                <a:latin typeface="Bodoni MT Black"/>
              </a:rPr>
              <a:t>种基本控制结构写程序。学界认识到不是简单地去掉</a:t>
            </a:r>
            <a:r>
              <a:rPr lang="en-US" sz="2400" b="0" u="none" strike="noStrike">
                <a:solidFill>
                  <a:schemeClr val="dk1"/>
                </a:solidFill>
                <a:effectLst/>
                <a:uFillTx/>
                <a:latin typeface="Bodoni MT Black"/>
              </a:rPr>
              <a:t>GO TO </a:t>
            </a:r>
            <a:r>
              <a:rPr lang="zh-CN" sz="2400" b="0" u="none" strike="noStrike">
                <a:solidFill>
                  <a:schemeClr val="dk1"/>
                </a:solidFill>
                <a:effectLst/>
                <a:uFillTx/>
                <a:latin typeface="Bodoni MT Black"/>
              </a:rPr>
              <a:t>语句的问题，而是要创立一种新的程序设计思想、方法和风格。</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Times New Roman"/>
              </a:rPr>
              <a:t>1971</a:t>
            </a:r>
            <a:r>
              <a:rPr lang="zh-CN" sz="2400" b="0" u="none" strike="noStrike">
                <a:solidFill>
                  <a:schemeClr val="dk1"/>
                </a:solidFill>
                <a:effectLst/>
                <a:uFillTx/>
                <a:latin typeface="Times New Roman"/>
              </a:rPr>
              <a:t>年</a:t>
            </a:r>
            <a:r>
              <a:rPr lang="en-US" sz="2400" b="0" u="none" strike="noStrike">
                <a:solidFill>
                  <a:schemeClr val="dk1"/>
                </a:solidFill>
                <a:effectLst/>
                <a:uFillTx/>
                <a:latin typeface="Times New Roman"/>
              </a:rPr>
              <a:t>IBM</a:t>
            </a:r>
            <a:r>
              <a:rPr lang="zh-CN" sz="2400" b="0" u="none" strike="noStrike">
                <a:solidFill>
                  <a:schemeClr val="dk1"/>
                </a:solidFill>
                <a:effectLst/>
                <a:uFillTx/>
                <a:latin typeface="Bodoni MT Black"/>
              </a:rPr>
              <a:t>公司在纽约时报信息库管理系统的设计中成功地使用了结构程序设计技术。</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Times New Roman"/>
              </a:rPr>
              <a:t>1972</a:t>
            </a:r>
            <a:r>
              <a:rPr lang="zh-CN" sz="2400" b="0" u="none" strike="noStrike">
                <a:solidFill>
                  <a:schemeClr val="dk1"/>
                </a:solidFill>
                <a:effectLst/>
                <a:uFillTx/>
                <a:latin typeface="Times New Roman"/>
              </a:rPr>
              <a:t>年</a:t>
            </a:r>
            <a:r>
              <a:rPr lang="en-US" sz="2400" b="0" u="none" strike="noStrike">
                <a:solidFill>
                  <a:schemeClr val="dk1"/>
                </a:solidFill>
                <a:effectLst/>
                <a:uFillTx/>
                <a:latin typeface="Times New Roman"/>
              </a:rPr>
              <a:t>IBM</a:t>
            </a:r>
            <a:r>
              <a:rPr lang="zh-CN" sz="2400" b="0" u="none" strike="noStrike">
                <a:solidFill>
                  <a:schemeClr val="dk1"/>
                </a:solidFill>
                <a:effectLst/>
                <a:uFillTx/>
                <a:latin typeface="Times New Roman"/>
              </a:rPr>
              <a:t>公司的</a:t>
            </a:r>
            <a:r>
              <a:rPr lang="en-US" sz="2400" b="0" u="none" strike="noStrike">
                <a:solidFill>
                  <a:schemeClr val="dk1"/>
                </a:solidFill>
                <a:effectLst/>
                <a:uFillTx/>
                <a:latin typeface="Times New Roman"/>
              </a:rPr>
              <a:t>Mills</a:t>
            </a:r>
            <a:r>
              <a:rPr lang="zh-CN" sz="2400" b="0" u="none" strike="noStrike">
                <a:solidFill>
                  <a:schemeClr val="dk1"/>
                </a:solidFill>
                <a:effectLst/>
                <a:uFillTx/>
                <a:latin typeface="Bodoni MT Black"/>
              </a:rPr>
              <a:t>进一步提出，程序应该</a:t>
            </a:r>
            <a:r>
              <a:rPr lang="zh-CN" sz="2400" b="0" u="none" strike="noStrike">
                <a:solidFill>
                  <a:srgbClr val="ff0000"/>
                </a:solidFill>
                <a:effectLst/>
                <a:uFillTx/>
                <a:latin typeface="Bodoni MT Black"/>
              </a:rPr>
              <a:t>只有一个入口和一个出口</a:t>
            </a:r>
            <a:r>
              <a:rPr lang="zh-CN" sz="2400" b="0" u="none" strike="noStrike">
                <a:solidFill>
                  <a:schemeClr val="dk1"/>
                </a:solidFill>
                <a:effectLst/>
                <a:uFillTx/>
                <a:latin typeface="Bodoni MT Black"/>
              </a:rPr>
              <a:t>，补充了结构程序设计的规则。</a:t>
            </a:r>
            <a:endParaRPr lang="es-E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6.1  </a:t>
            </a:r>
            <a:r>
              <a:rPr lang="zh-CN" sz="4400" b="1" u="none" strike="noStrike">
                <a:solidFill>
                  <a:schemeClr val="dk1"/>
                </a:solidFill>
                <a:effectLst/>
                <a:uFillTx/>
                <a:latin typeface="Bodoni MT Black"/>
              </a:rPr>
              <a:t>结构程序设计</a:t>
            </a:r>
            <a:endParaRPr lang="es-ES" sz="4400" b="0" u="none" strike="noStrike">
              <a:solidFill>
                <a:schemeClr val="dk1"/>
              </a:solidFill>
              <a:effectLst/>
              <a:uFillTx/>
              <a:latin typeface="Arial"/>
            </a:endParaRPr>
          </a:p>
        </p:txBody>
      </p:sp>
      <p:sp>
        <p:nvSpPr>
          <p:cNvPr id="8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6.1 </a:t>
            </a:r>
            <a:r>
              <a:rPr lang="zh-CN" sz="2400" b="0" u="none" strike="noStrike">
                <a:solidFill>
                  <a:srgbClr val="d9d9d9"/>
                </a:solidFill>
                <a:effectLst/>
                <a:uFillTx/>
                <a:latin typeface="Bodoni MT Black"/>
                <a:ea typeface="宋体"/>
              </a:rPr>
              <a:t>结构程序设计</a:t>
            </a:r>
            <a:endParaRPr lang="en-US" sz="2400" b="0" u="none" strike="noStrike">
              <a:solidFill>
                <a:srgbClr val="000000"/>
              </a:solidFill>
              <a:effectLst/>
              <a:uFillTx/>
              <a:latin typeface="Arial"/>
            </a:endParaRPr>
          </a:p>
        </p:txBody>
      </p:sp>
      <p:sp>
        <p:nvSpPr>
          <p:cNvPr id="8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82" name="PlaceHolder 2"/>
          <p:cNvSpPr>
            <a:spLocks noGrp="1"/>
          </p:cNvSpPr>
          <p:nvPr>
            <p:ph/>
          </p:nvPr>
        </p:nvSpPr>
        <p:spPr>
          <a:xfrm>
            <a:off x="457200" y="1351440"/>
            <a:ext cx="8229240" cy="452556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zh-CN" sz="2400" b="0" u="none" strike="noStrike">
                <a:solidFill>
                  <a:schemeClr val="dk1"/>
                </a:solidFill>
                <a:effectLst/>
                <a:uFillTx/>
                <a:latin typeface="Bodoni MT Black"/>
              </a:rPr>
              <a:t>结构程序设计经典定义：如果一个程序的代码块仅仅通过</a:t>
            </a:r>
            <a:r>
              <a:rPr lang="zh-CN" sz="2400" b="0" u="none" strike="noStrike">
                <a:solidFill>
                  <a:srgbClr val="ff0000"/>
                </a:solidFill>
                <a:effectLst/>
                <a:uFillTx/>
                <a:latin typeface="Bodoni MT Black"/>
              </a:rPr>
              <a:t>顺序</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选择</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循环</a:t>
            </a:r>
            <a:r>
              <a:rPr lang="zh-CN" sz="2400" b="0" u="none" strike="noStrike">
                <a:solidFill>
                  <a:schemeClr val="dk1"/>
                </a:solidFill>
                <a:effectLst/>
                <a:uFillTx/>
                <a:latin typeface="Bodoni MT Black"/>
              </a:rPr>
              <a:t>这</a:t>
            </a:r>
            <a:r>
              <a:rPr lang="en-US" sz="2400" b="0" u="none" strike="noStrike">
                <a:solidFill>
                  <a:srgbClr val="ff0000"/>
                </a:solidFill>
                <a:effectLst/>
                <a:uFillTx/>
                <a:latin typeface="Bodoni MT Black"/>
              </a:rPr>
              <a:t>3</a:t>
            </a:r>
            <a:r>
              <a:rPr lang="zh-CN" sz="2400" b="0" u="none" strike="noStrike">
                <a:solidFill>
                  <a:schemeClr val="dk1"/>
                </a:solidFill>
                <a:effectLst/>
                <a:uFillTx/>
                <a:latin typeface="Bodoni MT Black"/>
              </a:rPr>
              <a:t>种基本控制结构进行连接，并且每个代码块</a:t>
            </a:r>
            <a:r>
              <a:rPr lang="zh-CN" sz="2400" b="0" u="none" strike="noStrike">
                <a:solidFill>
                  <a:srgbClr val="ff0000"/>
                </a:solidFill>
                <a:effectLst/>
                <a:uFillTx/>
                <a:latin typeface="Bodoni MT Black"/>
              </a:rPr>
              <a:t>只有一个入口和一个出口</a:t>
            </a:r>
            <a:r>
              <a:rPr lang="zh-CN" sz="2400" b="0" u="none" strike="noStrike">
                <a:solidFill>
                  <a:schemeClr val="dk1"/>
                </a:solidFill>
                <a:effectLst/>
                <a:uFillTx/>
                <a:latin typeface="Bodoni MT Black"/>
              </a:rPr>
              <a:t>，则称这个程序是</a:t>
            </a:r>
            <a:r>
              <a:rPr lang="zh-CN" sz="2400" b="0" u="none" strike="noStrike">
                <a:solidFill>
                  <a:srgbClr val="ff0000"/>
                </a:solidFill>
                <a:effectLst/>
                <a:uFillTx/>
                <a:latin typeface="Bodoni MT Black"/>
              </a:rPr>
              <a:t>结构化</a:t>
            </a:r>
            <a:r>
              <a:rPr lang="zh-CN" sz="2400" b="0" u="none" strike="noStrike">
                <a:solidFill>
                  <a:schemeClr val="dk1"/>
                </a:solidFill>
                <a:effectLst/>
                <a:uFillTx/>
                <a:latin typeface="Bodoni MT Black"/>
              </a:rPr>
              <a:t>的。</a:t>
            </a:r>
            <a:endParaRPr lang="es-ES" sz="2400" b="0" u="none" strike="noStrike">
              <a:solidFill>
                <a:schemeClr val="dk1"/>
              </a:solidFill>
              <a:effectLst/>
              <a:uFillTx/>
              <a:latin typeface="Calibri"/>
            </a:endParaRPr>
          </a:p>
          <a:p>
            <a:pPr indent="0">
              <a:lnSpc>
                <a:spcPct val="125000"/>
              </a:lnSpc>
              <a:buNone/>
              <a:tabLst>
                <a:tab algn="l" pos="0"/>
              </a:tabLst>
            </a:pPr>
            <a:r>
              <a:rPr lang="zh-CN" sz="2400" b="0" u="none" strike="noStrike">
                <a:solidFill>
                  <a:schemeClr val="dk1"/>
                </a:solidFill>
                <a:effectLst/>
                <a:uFillTx/>
                <a:latin typeface="Bodoni MT Black"/>
              </a:rPr>
              <a:t>结构程序设计更全面的定义：结构程序设计是尽可能少用</a:t>
            </a:r>
            <a:r>
              <a:rPr lang="en-US" sz="2400" b="0" u="none" strike="noStrike">
                <a:solidFill>
                  <a:schemeClr val="dk1"/>
                </a:solidFill>
                <a:effectLst/>
                <a:uFillTx/>
                <a:latin typeface="Bodoni MT Black"/>
              </a:rPr>
              <a:t>GO TO</a:t>
            </a:r>
            <a:r>
              <a:rPr lang="zh-CN" sz="2400" b="0" u="none" strike="noStrike">
                <a:solidFill>
                  <a:schemeClr val="dk1"/>
                </a:solidFill>
                <a:effectLst/>
                <a:uFillTx/>
                <a:latin typeface="Bodoni MT Black"/>
              </a:rPr>
              <a:t>语句的程序设计方法。最好仅在检测出错误时才使用</a:t>
            </a:r>
            <a:r>
              <a:rPr lang="en-US" sz="2400" b="0" u="none" strike="noStrike">
                <a:solidFill>
                  <a:schemeClr val="dk1"/>
                </a:solidFill>
                <a:effectLst/>
                <a:uFillTx/>
                <a:latin typeface="Bodoni MT Black"/>
              </a:rPr>
              <a:t>GO TO</a:t>
            </a:r>
            <a:r>
              <a:rPr lang="zh-CN" sz="2400" b="0" u="none" strike="noStrike">
                <a:solidFill>
                  <a:schemeClr val="dk1"/>
                </a:solidFill>
                <a:effectLst/>
                <a:uFillTx/>
                <a:latin typeface="Bodoni MT Black"/>
              </a:rPr>
              <a:t>语句，而且应该总是使用前向</a:t>
            </a:r>
            <a:r>
              <a:rPr lang="en-US" sz="2400" b="0" u="none" strike="noStrike">
                <a:solidFill>
                  <a:schemeClr val="dk1"/>
                </a:solidFill>
                <a:effectLst/>
                <a:uFillTx/>
                <a:latin typeface="Bodoni MT Black"/>
              </a:rPr>
              <a:t>GO TO</a:t>
            </a:r>
            <a:r>
              <a:rPr lang="zh-CN" sz="2400" b="0" u="none" strike="noStrike">
                <a:solidFill>
                  <a:schemeClr val="dk1"/>
                </a:solidFill>
                <a:effectLst/>
                <a:uFillTx/>
                <a:latin typeface="Bodoni MT Black"/>
              </a:rPr>
              <a:t>语句。</a:t>
            </a:r>
            <a:endParaRPr lang="es-E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6.1  </a:t>
            </a:r>
            <a:r>
              <a:rPr lang="zh-CN" sz="4400" b="1" u="none" strike="noStrike">
                <a:solidFill>
                  <a:schemeClr val="dk1"/>
                </a:solidFill>
                <a:effectLst/>
                <a:uFillTx/>
                <a:latin typeface="Bodoni MT Black"/>
              </a:rPr>
              <a:t>结构程序设计</a:t>
            </a:r>
            <a:endParaRPr lang="es-ES" sz="4400" b="0" u="none" strike="noStrike">
              <a:solidFill>
                <a:schemeClr val="dk1"/>
              </a:solidFill>
              <a:effectLst/>
              <a:uFillTx/>
              <a:latin typeface="Arial"/>
            </a:endParaRPr>
          </a:p>
        </p:txBody>
      </p:sp>
      <p:sp>
        <p:nvSpPr>
          <p:cNvPr id="84" name="PlaceHolder 2"/>
          <p:cNvSpPr>
            <a:spLocks noGrp="1"/>
          </p:cNvSpPr>
          <p:nvPr>
            <p:ph/>
          </p:nvPr>
        </p:nvSpPr>
        <p:spPr>
          <a:xfrm>
            <a:off x="179640" y="1124640"/>
            <a:ext cx="8856720" cy="452556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zh-CN" sz="2400" b="0" u="none" strike="noStrike">
                <a:solidFill>
                  <a:schemeClr val="dk1"/>
                </a:solidFill>
                <a:effectLst/>
                <a:uFillTx/>
                <a:latin typeface="Bodoni MT Black"/>
              </a:rPr>
              <a:t>从理论上说只用上述</a:t>
            </a:r>
            <a:r>
              <a:rPr lang="en-US" sz="2400" b="0" u="none" strike="noStrike">
                <a:solidFill>
                  <a:schemeClr val="dk1"/>
                </a:solidFill>
                <a:effectLst/>
                <a:uFillTx/>
                <a:latin typeface="Bodoni MT Black"/>
              </a:rPr>
              <a:t>3</a:t>
            </a:r>
            <a:r>
              <a:rPr lang="zh-CN" sz="2400" b="0" u="none" strike="noStrike">
                <a:solidFill>
                  <a:schemeClr val="dk1"/>
                </a:solidFill>
                <a:effectLst/>
                <a:uFillTx/>
                <a:latin typeface="Bodoni MT Black"/>
              </a:rPr>
              <a:t>种基本控制结构就可以实现任何单入口单出口的程序，但是为了实际使用方便起见，常常还允许使用</a:t>
            </a:r>
            <a:r>
              <a:rPr lang="en-US" sz="2400" b="0" u="none" strike="noStrike">
                <a:solidFill>
                  <a:srgbClr val="ff0000"/>
                </a:solidFill>
                <a:effectLst/>
                <a:uFillTx/>
                <a:latin typeface="Bodoni MT Black"/>
              </a:rPr>
              <a:t>DO-UNTIL</a:t>
            </a:r>
            <a:r>
              <a:rPr lang="zh-CN" sz="2400" b="0" u="none" strike="noStrike">
                <a:solidFill>
                  <a:schemeClr val="dk1"/>
                </a:solidFill>
                <a:effectLst/>
                <a:uFillTx/>
                <a:latin typeface="Bodoni MT Black"/>
              </a:rPr>
              <a:t>和</a:t>
            </a:r>
            <a:r>
              <a:rPr lang="en-US" sz="2400" b="0" u="none" strike="noStrike">
                <a:solidFill>
                  <a:srgbClr val="ff0000"/>
                </a:solidFill>
                <a:effectLst/>
                <a:uFillTx/>
                <a:latin typeface="Bodoni MT Black"/>
              </a:rPr>
              <a:t>DO-CASE</a:t>
            </a:r>
            <a:r>
              <a:rPr lang="zh-CN" sz="2400" b="0" u="none" strike="noStrike">
                <a:solidFill>
                  <a:schemeClr val="dk1"/>
                </a:solidFill>
                <a:effectLst/>
                <a:uFillTx/>
                <a:latin typeface="Bodoni MT Black"/>
              </a:rPr>
              <a:t>两种控制结构。</a:t>
            </a:r>
            <a:endParaRPr lang="es-ES" sz="2400" b="0" u="none" strike="noStrike">
              <a:solidFill>
                <a:schemeClr val="dk1"/>
              </a:solidFill>
              <a:effectLst/>
              <a:uFillTx/>
              <a:latin typeface="Calibri"/>
            </a:endParaRPr>
          </a:p>
          <a:p>
            <a:pPr indent="0">
              <a:lnSpc>
                <a:spcPct val="150000"/>
              </a:lnSpc>
              <a:spcBef>
                <a:spcPts val="479"/>
              </a:spcBef>
              <a:buNone/>
              <a:tabLst>
                <a:tab algn="l" pos="0"/>
              </a:tabLst>
            </a:pPr>
            <a:endParaRPr lang="es-ES" sz="2400" b="0" u="none" strike="noStrike">
              <a:solidFill>
                <a:schemeClr val="dk1"/>
              </a:solidFill>
              <a:effectLst/>
              <a:uFillTx/>
              <a:latin typeface="Calibri"/>
            </a:endParaRPr>
          </a:p>
        </p:txBody>
      </p:sp>
      <p:pic>
        <p:nvPicPr>
          <p:cNvPr id="85" name="图片 2"/>
          <p:cNvPicPr/>
          <p:nvPr/>
        </p:nvPicPr>
        <p:blipFill>
          <a:blip r:embed="rId1"/>
          <a:stretch/>
        </p:blipFill>
        <p:spPr>
          <a:xfrm>
            <a:off x="1547640" y="2709000"/>
            <a:ext cx="6216120" cy="2937960"/>
          </a:xfrm>
          <a:prstGeom prst="rect">
            <a:avLst/>
          </a:prstGeom>
          <a:noFill/>
          <a:ln w="9525">
            <a:noFill/>
          </a:ln>
        </p:spPr>
      </p:pic>
      <p:sp>
        <p:nvSpPr>
          <p:cNvPr id="8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6.1 </a:t>
            </a:r>
            <a:r>
              <a:rPr lang="zh-CN" sz="2400" b="0" u="none" strike="noStrike">
                <a:solidFill>
                  <a:srgbClr val="d9d9d9"/>
                </a:solidFill>
                <a:effectLst/>
                <a:uFillTx/>
                <a:latin typeface="Bodoni MT Black"/>
                <a:ea typeface="宋体"/>
              </a:rPr>
              <a:t>结构程序设计</a:t>
            </a:r>
            <a:endParaRPr lang="en-US" sz="2400" b="0" u="none" strike="noStrike">
              <a:solidFill>
                <a:srgbClr val="000000"/>
              </a:solidFill>
              <a:effectLst/>
              <a:uFillTx/>
              <a:latin typeface="Arial"/>
            </a:endParaRPr>
          </a:p>
        </p:txBody>
      </p:sp>
      <p:sp>
        <p:nvSpPr>
          <p:cNvPr id="8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6.1  </a:t>
            </a:r>
            <a:r>
              <a:rPr lang="zh-CN" sz="4400" b="1" u="none" strike="noStrike">
                <a:solidFill>
                  <a:schemeClr val="dk1"/>
                </a:solidFill>
                <a:effectLst/>
                <a:uFillTx/>
                <a:latin typeface="Bodoni MT Black"/>
              </a:rPr>
              <a:t>结构程序设计</a:t>
            </a:r>
            <a:endParaRPr lang="es-ES" sz="4400" b="0" u="none" strike="noStrike">
              <a:solidFill>
                <a:schemeClr val="dk1"/>
              </a:solidFill>
              <a:effectLst/>
              <a:uFillTx/>
              <a:latin typeface="Arial"/>
            </a:endParaRPr>
          </a:p>
        </p:txBody>
      </p:sp>
      <p:sp>
        <p:nvSpPr>
          <p:cNvPr id="89" name="PlaceHolder 2"/>
          <p:cNvSpPr>
            <a:spLocks noGrp="1"/>
          </p:cNvSpPr>
          <p:nvPr>
            <p:ph/>
          </p:nvPr>
        </p:nvSpPr>
        <p:spPr>
          <a:xfrm>
            <a:off x="482400" y="1340640"/>
            <a:ext cx="8362800" cy="452556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zh-CN" sz="2400" b="0" u="none" strike="noStrike">
                <a:solidFill>
                  <a:schemeClr val="dk1"/>
                </a:solidFill>
                <a:effectLst/>
                <a:uFillTx/>
                <a:latin typeface="Bodoni MT Black"/>
              </a:rPr>
              <a:t>如果只允许使用顺序、</a:t>
            </a:r>
            <a:r>
              <a:rPr lang="en-US" sz="2400" b="0" u="none" strike="noStrike">
                <a:solidFill>
                  <a:schemeClr val="dk1"/>
                </a:solidFill>
                <a:effectLst/>
                <a:uFillTx/>
                <a:latin typeface="Bodoni MT Black"/>
              </a:rPr>
              <a:t>IF-THEN-ELSE</a:t>
            </a:r>
            <a:r>
              <a:rPr lang="zh-CN" sz="2400" b="0" u="none" strike="noStrike">
                <a:solidFill>
                  <a:schemeClr val="dk1"/>
                </a:solidFill>
                <a:effectLst/>
                <a:uFillTx/>
                <a:latin typeface="Bodoni MT Black"/>
              </a:rPr>
              <a:t>型分支和</a:t>
            </a:r>
            <a:r>
              <a:rPr lang="en-US" sz="2400" b="0" u="none" strike="noStrike">
                <a:solidFill>
                  <a:schemeClr val="dk1"/>
                </a:solidFill>
                <a:effectLst/>
                <a:uFillTx/>
                <a:latin typeface="Bodoni MT Black"/>
              </a:rPr>
              <a:t>DO-WHILE</a:t>
            </a:r>
            <a:r>
              <a:rPr lang="zh-CN" sz="2400" b="0" u="none" strike="noStrike">
                <a:solidFill>
                  <a:schemeClr val="dk1"/>
                </a:solidFill>
                <a:effectLst/>
                <a:uFillTx/>
                <a:latin typeface="Bodoni MT Black"/>
              </a:rPr>
              <a:t>型循环这</a:t>
            </a:r>
            <a:r>
              <a:rPr lang="en-US" sz="2400" b="0" u="none" strike="noStrike">
                <a:solidFill>
                  <a:schemeClr val="dk1"/>
                </a:solidFill>
                <a:effectLst/>
                <a:uFillTx/>
                <a:latin typeface="Bodoni MT Black"/>
              </a:rPr>
              <a:t>3</a:t>
            </a:r>
            <a:r>
              <a:rPr lang="zh-CN" sz="2400" b="0" u="none" strike="noStrike">
                <a:solidFill>
                  <a:schemeClr val="dk1"/>
                </a:solidFill>
                <a:effectLst/>
                <a:uFillTx/>
                <a:latin typeface="Bodoni MT Black"/>
              </a:rPr>
              <a:t>种基本控制结构，则称为</a:t>
            </a:r>
            <a:r>
              <a:rPr lang="zh-CN" sz="2400" b="0" u="none" strike="noStrike">
                <a:solidFill>
                  <a:srgbClr val="ff0000"/>
                </a:solidFill>
                <a:effectLst/>
                <a:uFillTx/>
                <a:latin typeface="Bodoni MT Black"/>
              </a:rPr>
              <a:t>经典的结构程序设计</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indent="0">
              <a:lnSpc>
                <a:spcPct val="125000"/>
              </a:lnSpc>
              <a:buNone/>
              <a:tabLst>
                <a:tab algn="l" pos="0"/>
              </a:tabLst>
            </a:pPr>
            <a:r>
              <a:rPr lang="zh-CN" sz="2400" b="0" u="none" strike="noStrike">
                <a:solidFill>
                  <a:schemeClr val="dk1"/>
                </a:solidFill>
                <a:effectLst/>
                <a:uFillTx/>
                <a:latin typeface="Bodoni MT Black"/>
              </a:rPr>
              <a:t>如果除了上述</a:t>
            </a:r>
            <a:r>
              <a:rPr lang="en-US" sz="2400" b="0" u="none" strike="noStrike">
                <a:solidFill>
                  <a:schemeClr val="dk1"/>
                </a:solidFill>
                <a:effectLst/>
                <a:uFillTx/>
                <a:latin typeface="Bodoni MT Black"/>
              </a:rPr>
              <a:t>3</a:t>
            </a:r>
            <a:r>
              <a:rPr lang="zh-CN" sz="2400" b="0" u="none" strike="noStrike">
                <a:solidFill>
                  <a:schemeClr val="dk1"/>
                </a:solidFill>
                <a:effectLst/>
                <a:uFillTx/>
                <a:latin typeface="Bodoni MT Black"/>
              </a:rPr>
              <a:t>种基本控制结构之外，还允许使用</a:t>
            </a:r>
            <a:r>
              <a:rPr lang="en-US" sz="2400" b="0" u="none" strike="noStrike">
                <a:solidFill>
                  <a:schemeClr val="dk1"/>
                </a:solidFill>
                <a:effectLst/>
                <a:uFillTx/>
                <a:latin typeface="Bodoni MT Black"/>
              </a:rPr>
              <a:t>DO-CASE</a:t>
            </a:r>
            <a:r>
              <a:rPr lang="zh-CN" sz="2400" b="0" u="none" strike="noStrike">
                <a:solidFill>
                  <a:schemeClr val="dk1"/>
                </a:solidFill>
                <a:effectLst/>
                <a:uFillTx/>
                <a:latin typeface="Bodoni MT Black"/>
              </a:rPr>
              <a:t>型多分支结构和</a:t>
            </a:r>
            <a:r>
              <a:rPr lang="en-US" sz="2400" b="0" u="none" strike="noStrike">
                <a:solidFill>
                  <a:schemeClr val="dk1"/>
                </a:solidFill>
                <a:effectLst/>
                <a:uFillTx/>
                <a:latin typeface="Bodoni MT Black"/>
              </a:rPr>
              <a:t>DO-UNTIL</a:t>
            </a:r>
            <a:r>
              <a:rPr lang="zh-CN" sz="2400" b="0" u="none" strike="noStrike">
                <a:solidFill>
                  <a:schemeClr val="dk1"/>
                </a:solidFill>
                <a:effectLst/>
                <a:uFillTx/>
                <a:latin typeface="Bodoni MT Black"/>
              </a:rPr>
              <a:t>型循环结构，则称为</a:t>
            </a:r>
            <a:r>
              <a:rPr lang="zh-CN" sz="2400" b="0" u="none" strike="noStrike">
                <a:solidFill>
                  <a:srgbClr val="ff0000"/>
                </a:solidFill>
                <a:effectLst/>
                <a:uFillTx/>
                <a:latin typeface="Bodoni MT Black"/>
              </a:rPr>
              <a:t>扩展的结构程序设计</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indent="0">
              <a:lnSpc>
                <a:spcPct val="125000"/>
              </a:lnSpc>
              <a:buNone/>
              <a:tabLst>
                <a:tab algn="l" pos="0"/>
              </a:tabLst>
            </a:pPr>
            <a:r>
              <a:rPr lang="zh-CN" sz="2400" b="0" u="none" strike="noStrike">
                <a:solidFill>
                  <a:schemeClr val="dk1"/>
                </a:solidFill>
                <a:effectLst/>
                <a:uFillTx/>
                <a:latin typeface="Bodoni MT Black"/>
              </a:rPr>
              <a:t>如果再允许使用</a:t>
            </a:r>
            <a:r>
              <a:rPr lang="en-US" sz="2400" b="0" u="none" strike="noStrike">
                <a:solidFill>
                  <a:schemeClr val="dk1"/>
                </a:solidFill>
                <a:effectLst/>
                <a:uFillTx/>
                <a:latin typeface="Bodoni MT Black"/>
              </a:rPr>
              <a:t>LEAVE</a:t>
            </a:r>
            <a:r>
              <a:rPr lang="zh-CN" sz="2400" b="0" u="none" strike="noStrike">
                <a:solidFill>
                  <a:schemeClr val="dk1"/>
                </a:solidFill>
                <a:effectLst/>
                <a:uFillTx/>
                <a:latin typeface="Bodoni MT Black"/>
              </a:rPr>
              <a:t>（或</a:t>
            </a:r>
            <a:r>
              <a:rPr lang="en-US" sz="2400" b="0" u="none" strike="noStrike">
                <a:solidFill>
                  <a:schemeClr val="dk1"/>
                </a:solidFill>
                <a:effectLst/>
                <a:uFillTx/>
                <a:latin typeface="Bodoni MT Black"/>
              </a:rPr>
              <a:t>BREAK </a:t>
            </a:r>
            <a:r>
              <a:rPr lang="zh-CN" sz="2400" b="0" u="none" strike="noStrike">
                <a:solidFill>
                  <a:schemeClr val="dk1"/>
                </a:solidFill>
                <a:effectLst/>
                <a:uFillTx/>
                <a:latin typeface="Bodoni MT Black"/>
              </a:rPr>
              <a:t>）结构，则称为</a:t>
            </a:r>
            <a:r>
              <a:rPr lang="zh-CN" sz="2400" b="0" u="none" strike="noStrike">
                <a:solidFill>
                  <a:srgbClr val="ff0000"/>
                </a:solidFill>
                <a:effectLst/>
                <a:uFillTx/>
                <a:latin typeface="Bodoni MT Black"/>
              </a:rPr>
              <a:t>修正的结构程序设计</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p:txBody>
      </p:sp>
      <p:sp>
        <p:nvSpPr>
          <p:cNvPr id="9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6.1 </a:t>
            </a:r>
            <a:r>
              <a:rPr lang="zh-CN" sz="2400" b="0" u="none" strike="noStrike">
                <a:solidFill>
                  <a:srgbClr val="d9d9d9"/>
                </a:solidFill>
                <a:effectLst/>
                <a:uFillTx/>
                <a:latin typeface="Bodoni MT Black"/>
                <a:ea typeface="宋体"/>
              </a:rPr>
              <a:t>结构程序设计</a:t>
            </a:r>
            <a:endParaRPr lang="en-US" sz="2400" b="0" u="none" strike="noStrike">
              <a:solidFill>
                <a:srgbClr val="000000"/>
              </a:solidFill>
              <a:effectLst/>
              <a:uFillTx/>
              <a:latin typeface="Arial"/>
            </a:endParaRPr>
          </a:p>
        </p:txBody>
      </p:sp>
      <p:sp>
        <p:nvSpPr>
          <p:cNvPr id="9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1 Título"/>
          <p:cNvSpPr/>
          <p:nvPr/>
        </p:nvSpPr>
        <p:spPr>
          <a:xfrm>
            <a:off x="739800" y="189000"/>
            <a:ext cx="7648200" cy="863280"/>
          </a:xfrm>
          <a:prstGeom prst="rect">
            <a:avLst/>
          </a:prstGeom>
          <a:noFill/>
          <a:ln w="9525">
            <a:noFill/>
          </a:ln>
        </p:spPr>
        <p:style>
          <a:lnRef idx="0"/>
          <a:fillRef idx="0"/>
          <a:effectRef idx="0"/>
          <a:fontRef idx="minor"/>
        </p:style>
        <p:txBody>
          <a:bodyPr lIns="90000" rIns="90000" tIns="45000" bIns="45000" anchor="ctr">
            <a:noAutofit/>
          </a:bodyPr>
          <a:p>
            <a:pPr algn="ctr">
              <a:lnSpc>
                <a:spcPts val="5763"/>
              </a:lnSpc>
            </a:pPr>
            <a:r>
              <a:rPr lang="zh-CN" sz="5400" b="1" u="none" strike="noStrike">
                <a:solidFill>
                  <a:schemeClr val="dk1"/>
                </a:solidFill>
                <a:effectLst/>
                <a:uFillTx/>
                <a:latin typeface="Bodoni MT Black"/>
                <a:ea typeface="宋体"/>
              </a:rPr>
              <a:t>主要内容</a:t>
            </a:r>
            <a:endParaRPr lang="en-US" sz="5400" b="0" u="none" strike="noStrike">
              <a:solidFill>
                <a:srgbClr val="000000"/>
              </a:solidFill>
              <a:effectLst/>
              <a:uFillTx/>
              <a:latin typeface="Arial"/>
            </a:endParaRPr>
          </a:p>
        </p:txBody>
      </p:sp>
      <p:sp>
        <p:nvSpPr>
          <p:cNvPr id="93"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9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   </a:t>
            </a:r>
            <a:r>
              <a:rPr lang="zh-CN" sz="2400" b="0" u="none" strike="noStrike">
                <a:solidFill>
                  <a:srgbClr val="d9d9d9"/>
                </a:solidFill>
                <a:effectLst/>
                <a:uFillTx/>
                <a:latin typeface="Bodoni MT Black"/>
                <a:ea typeface="宋体"/>
              </a:rPr>
              <a:t>人机界面设计</a:t>
            </a:r>
            <a:endParaRPr lang="en-US" sz="2400" b="0" u="none" strike="noStrike">
              <a:solidFill>
                <a:srgbClr val="000000"/>
              </a:solidFill>
              <a:effectLst/>
              <a:uFillTx/>
              <a:latin typeface="Arial"/>
            </a:endParaRPr>
          </a:p>
        </p:txBody>
      </p:sp>
      <p:pic>
        <p:nvPicPr>
          <p:cNvPr id="95"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96"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97" name="TextBox 3">
            <a:hlinkClick r:id="rId3" action="ppaction://hlinksldjump"/>
          </p:cNvPr>
          <p:cNvSpPr/>
          <p:nvPr/>
        </p:nvSpPr>
        <p:spPr>
          <a:xfrm>
            <a:off x="856800" y="18450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98" name="TextBox 4"/>
          <p:cNvSpPr/>
          <p:nvPr/>
        </p:nvSpPr>
        <p:spPr>
          <a:xfrm>
            <a:off x="785520" y="248760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99"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00"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0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02" name="矩形 13"/>
          <p:cNvSpPr/>
          <p:nvPr/>
        </p:nvSpPr>
        <p:spPr>
          <a:xfrm>
            <a:off x="647280" y="198288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03" name="等腰三角形 14"/>
          <p:cNvSpPr/>
          <p:nvPr/>
        </p:nvSpPr>
        <p:spPr>
          <a:xfrm rot="5400000">
            <a:off x="55080" y="206856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04" name="Rectangle 3"/>
          <p:cNvSpPr/>
          <p:nvPr/>
        </p:nvSpPr>
        <p:spPr>
          <a:xfrm>
            <a:off x="257040" y="1051920"/>
            <a:ext cx="8229240" cy="4381200"/>
          </a:xfrm>
          <a:prstGeom prst="rect">
            <a:avLst/>
          </a:prstGeom>
          <a:noFill/>
          <a:ln w="0">
            <a:noFill/>
          </a:ln>
        </p:spPr>
        <p:style>
          <a:lnRef idx="0"/>
          <a:fillRef idx="0"/>
          <a:effectRef idx="0"/>
          <a:fontRef idx="minor"/>
        </p:style>
        <p:txBody>
          <a:bodyPr lIns="90000" rIns="90000" tIns="45000" bIns="45000" anchor="t">
            <a:noAutofit/>
          </a:bodyPr>
          <a:p>
            <a:pPr>
              <a:lnSpc>
                <a:spcPct val="200000"/>
              </a:lnSpc>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6.1   </a:t>
            </a:r>
            <a:r>
              <a:rPr lang="zh-CN" sz="2400" b="1" u="none" strike="noStrike">
                <a:solidFill>
                  <a:schemeClr val="dk1"/>
                </a:solidFill>
                <a:effectLst/>
                <a:uFillTx/>
                <a:latin typeface="Bodoni MT Black"/>
              </a:rPr>
              <a:t>结构程序设计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6.2   </a:t>
            </a:r>
            <a:r>
              <a:rPr lang="zh-CN" sz="2400" b="1" u="none" strike="noStrike">
                <a:solidFill>
                  <a:schemeClr val="dk1"/>
                </a:solidFill>
                <a:effectLst/>
                <a:uFillTx/>
                <a:latin typeface="Bodoni MT Black"/>
              </a:rPr>
              <a:t>人机界面设计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6.3   </a:t>
            </a:r>
            <a:r>
              <a:rPr lang="zh-CN" sz="2400" b="1" u="none" strike="noStrike">
                <a:solidFill>
                  <a:schemeClr val="dk1"/>
                </a:solidFill>
                <a:effectLst/>
                <a:uFillTx/>
                <a:latin typeface="Bodoni MT Black"/>
              </a:rPr>
              <a:t>数据设计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6.4   </a:t>
            </a:r>
            <a:r>
              <a:rPr lang="zh-CN" sz="2400" b="1" u="none" strike="noStrike">
                <a:solidFill>
                  <a:schemeClr val="dk1"/>
                </a:solidFill>
                <a:effectLst/>
                <a:uFillTx/>
                <a:latin typeface="Bodoni MT Black"/>
              </a:rPr>
              <a:t>过程设计的工具</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6.5   </a:t>
            </a:r>
            <a:r>
              <a:rPr lang="zh-CN" sz="2400" b="1" u="none" strike="noStrike">
                <a:solidFill>
                  <a:schemeClr val="dk1"/>
                </a:solidFill>
                <a:effectLst/>
                <a:uFillTx/>
                <a:latin typeface="Bodoni MT Black"/>
              </a:rPr>
              <a:t>面向数据结构的设计方法</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6.6   </a:t>
            </a:r>
            <a:r>
              <a:rPr lang="zh-CN" sz="2400" b="1" u="none" strike="noStrike">
                <a:solidFill>
                  <a:schemeClr val="dk1"/>
                </a:solidFill>
                <a:effectLst/>
                <a:uFillTx/>
                <a:latin typeface="Bodoni MT Black"/>
              </a:rPr>
              <a:t>程序复杂程度的定量度量</a:t>
            </a:r>
            <a:endParaRPr lang="en-US" sz="2400" b="0" u="none" strike="noStrike">
              <a:solidFill>
                <a:srgbClr val="000000"/>
              </a:solidFill>
              <a:effectLst/>
              <a:uFillTx/>
              <a:latin typeface="Arial"/>
            </a:endParaRPr>
          </a:p>
          <a:p>
            <a:pPr>
              <a:lnSpc>
                <a:spcPct val="200000"/>
              </a:lnSpc>
              <a:spcBef>
                <a:spcPts val="1199"/>
              </a:spcBef>
              <a:tabLst>
                <a:tab algn="l" pos="0"/>
              </a:tabLst>
            </a:pPr>
            <a:endParaRPr lang="en-US" sz="24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ea typeface="黑体"/>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0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6.2.1 </a:t>
            </a:r>
            <a:r>
              <a:rPr lang="zh-CN" sz="2400" b="0" u="none" strike="noStrike">
                <a:solidFill>
                  <a:srgbClr val="d9d9d9"/>
                </a:solidFill>
                <a:effectLst/>
                <a:uFillTx/>
                <a:latin typeface="Bodoni MT Black"/>
                <a:ea typeface="宋体"/>
              </a:rPr>
              <a:t>设计问题</a:t>
            </a:r>
            <a:endParaRPr lang="en-US" sz="2400" b="0" u="none" strike="noStrike">
              <a:solidFill>
                <a:srgbClr val="000000"/>
              </a:solidFill>
              <a:effectLst/>
              <a:uFillTx/>
              <a:latin typeface="Arial"/>
            </a:endParaRPr>
          </a:p>
        </p:txBody>
      </p:sp>
      <p:sp>
        <p:nvSpPr>
          <p:cNvPr id="10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08" name="Rectangle 3"/>
          <p:cNvSpPr/>
          <p:nvPr/>
        </p:nvSpPr>
        <p:spPr>
          <a:xfrm>
            <a:off x="395640" y="1183680"/>
            <a:ext cx="8229240" cy="4857480"/>
          </a:xfrm>
          <a:prstGeom prst="rect">
            <a:avLst/>
          </a:prstGeom>
          <a:noFill/>
          <a:ln w="9525">
            <a:noFill/>
          </a:ln>
        </p:spPr>
        <p:style>
          <a:lnRef idx="0"/>
          <a:fillRef idx="0"/>
          <a:effectRef idx="0"/>
          <a:fontRef idx="minor"/>
        </p:style>
        <p:txBody>
          <a:bodyPr numCol="1" spcCol="0" anchor="t">
            <a:noAutofit/>
          </a:bodyPr>
          <a:p>
            <a:pPr>
              <a:lnSpc>
                <a:spcPct val="125000"/>
              </a:lnSpc>
              <a:spcBef>
                <a:spcPts val="561"/>
              </a:spcBef>
              <a:tabLst>
                <a:tab algn="l" pos="0"/>
              </a:tabLst>
            </a:pPr>
            <a:r>
              <a:rPr lang="zh-CN" sz="2800" b="0" u="none" strike="noStrike">
                <a:solidFill>
                  <a:schemeClr val="dk1"/>
                </a:solidFill>
                <a:effectLst/>
                <a:uFillTx/>
                <a:latin typeface="Arial"/>
              </a:rPr>
              <a:t>接口设计概述 </a:t>
            </a:r>
            <a:endParaRPr lang="en-US" sz="28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tabLst>
                <a:tab algn="l" pos="0"/>
              </a:tabLst>
            </a:pPr>
            <a:r>
              <a:rPr lang="zh-CN" sz="2400" b="0" u="none" strike="noStrike">
                <a:solidFill>
                  <a:schemeClr val="dk1"/>
                </a:solidFill>
                <a:effectLst/>
                <a:uFillTx/>
                <a:latin typeface="Arial"/>
              </a:rPr>
              <a:t>接口设计的依据是数据流图中的自动化系统边界。 </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tabLst>
                <a:tab algn="l" pos="0"/>
              </a:tabLst>
            </a:pPr>
            <a:r>
              <a:rPr lang="zh-CN" sz="2400" b="0" u="none" strike="noStrike">
                <a:solidFill>
                  <a:schemeClr val="dk1"/>
                </a:solidFill>
                <a:effectLst/>
                <a:uFillTx/>
                <a:latin typeface="Arial"/>
              </a:rPr>
              <a:t>接口设计主要包括</a:t>
            </a:r>
            <a:r>
              <a:rPr lang="en-US" sz="2400" b="0" u="none" strike="noStrike">
                <a:solidFill>
                  <a:srgbClr val="0070c0"/>
                </a:solidFill>
                <a:effectLst/>
                <a:uFillTx/>
                <a:latin typeface="Bodoni MT Black"/>
              </a:rPr>
              <a:t>3</a:t>
            </a:r>
            <a:r>
              <a:rPr lang="zh-CN" sz="2400" b="0" u="none" strike="noStrike">
                <a:solidFill>
                  <a:schemeClr val="dk1"/>
                </a:solidFill>
                <a:effectLst/>
                <a:uFillTx/>
                <a:latin typeface="Bodoni MT Black"/>
              </a:rPr>
              <a:t>个方面：模块或软件构件间的接口设计；软件与其他软硬件系统之间的接口设计；软件与人（用户）之间的交互设计。</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tabLst>
                <a:tab algn="l" pos="0"/>
              </a:tabLst>
            </a:pPr>
            <a:r>
              <a:rPr lang="zh-CN" sz="2400" b="0" u="none" strike="noStrike">
                <a:solidFill>
                  <a:schemeClr val="dk1"/>
                </a:solidFill>
                <a:effectLst/>
                <a:uFillTx/>
                <a:latin typeface="Bodoni MT Black"/>
              </a:rPr>
              <a:t>人机交互（用户）界面是人机交互的主要方式。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10" name="PlaceHolder 2"/>
          <p:cNvSpPr>
            <a:spLocks noGrp="1"/>
          </p:cNvSpPr>
          <p:nvPr>
            <p:ph/>
          </p:nvPr>
        </p:nvSpPr>
        <p:spPr>
          <a:xfrm>
            <a:off x="323640" y="11444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6.2.1 </a:t>
            </a:r>
            <a:r>
              <a:rPr lang="zh-CN" sz="3200" b="1" u="none" strike="noStrike">
                <a:solidFill>
                  <a:schemeClr val="dk1"/>
                </a:solidFill>
                <a:effectLst/>
                <a:uFillTx/>
                <a:latin typeface="Bodoni MT Black"/>
              </a:rPr>
              <a:t>设计问题</a:t>
            </a:r>
            <a:endParaRPr lang="es-ES" sz="3200" b="0" u="none" strike="noStrike">
              <a:solidFill>
                <a:schemeClr val="dk1"/>
              </a:solidFill>
              <a:effectLst/>
              <a:uFillTx/>
              <a:latin typeface="Calibri"/>
            </a:endParaRPr>
          </a:p>
        </p:txBody>
      </p:sp>
      <p:sp>
        <p:nvSpPr>
          <p:cNvPr id="111" name="TextBox 7"/>
          <p:cNvSpPr/>
          <p:nvPr/>
        </p:nvSpPr>
        <p:spPr>
          <a:xfrm>
            <a:off x="395280" y="1844640"/>
            <a:ext cx="7849800" cy="269280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OpenSymbol"/>
              <a:buChar char="•"/>
            </a:pPr>
            <a:r>
              <a:rPr lang="zh-CN" sz="2400" b="0" u="none" strike="noStrike">
                <a:solidFill>
                  <a:schemeClr val="dk1"/>
                </a:solidFill>
                <a:effectLst/>
                <a:uFillTx/>
                <a:latin typeface="Bodoni MT Black"/>
                <a:ea typeface="宋体"/>
              </a:rPr>
              <a:t>系统响应时间</a:t>
            </a:r>
            <a:endParaRPr lang="en-US" sz="2400" b="0" u="none" strike="noStrike">
              <a:solidFill>
                <a:srgbClr val="000000"/>
              </a:solidFill>
              <a:effectLst/>
              <a:uFillTx/>
              <a:latin typeface="Arial"/>
            </a:endParaRPr>
          </a:p>
          <a:p>
            <a:pPr marL="457200" indent="-457200">
              <a:lnSpc>
                <a:spcPct val="150000"/>
              </a:lnSpc>
              <a:buClr>
                <a:srgbClr val="000000"/>
              </a:buClr>
              <a:buFont typeface="OpenSymbol"/>
              <a:buChar char="•"/>
            </a:pPr>
            <a:r>
              <a:rPr lang="zh-CN" sz="2400" b="0" u="none" strike="noStrike">
                <a:solidFill>
                  <a:schemeClr val="dk1"/>
                </a:solidFill>
                <a:effectLst/>
                <a:uFillTx/>
                <a:latin typeface="Bodoni MT Black"/>
                <a:ea typeface="宋体"/>
              </a:rPr>
              <a:t>用户帮助设施</a:t>
            </a:r>
            <a:endParaRPr lang="en-US" sz="2400" b="0" u="none" strike="noStrike">
              <a:solidFill>
                <a:srgbClr val="000000"/>
              </a:solidFill>
              <a:effectLst/>
              <a:uFillTx/>
              <a:latin typeface="Arial"/>
            </a:endParaRPr>
          </a:p>
          <a:p>
            <a:pPr marL="457200" indent="-457200">
              <a:lnSpc>
                <a:spcPct val="150000"/>
              </a:lnSpc>
              <a:buClr>
                <a:srgbClr val="000000"/>
              </a:buClr>
              <a:buFont typeface="OpenSymbol"/>
              <a:buChar char="•"/>
            </a:pPr>
            <a:r>
              <a:rPr lang="zh-CN" sz="2400" b="0" u="none" strike="noStrike">
                <a:solidFill>
                  <a:schemeClr val="dk1"/>
                </a:solidFill>
                <a:effectLst/>
                <a:uFillTx/>
                <a:latin typeface="Bodoni MT Black"/>
                <a:ea typeface="宋体"/>
              </a:rPr>
              <a:t>出错信息处理</a:t>
            </a:r>
            <a:endParaRPr lang="en-US" sz="2400" b="0" u="none" strike="noStrike">
              <a:solidFill>
                <a:srgbClr val="000000"/>
              </a:solidFill>
              <a:effectLst/>
              <a:uFillTx/>
              <a:latin typeface="Arial"/>
            </a:endParaRPr>
          </a:p>
          <a:p>
            <a:pPr marL="457200" indent="-457200">
              <a:lnSpc>
                <a:spcPct val="150000"/>
              </a:lnSpc>
              <a:buClr>
                <a:srgbClr val="000000"/>
              </a:buClr>
              <a:buFont typeface="OpenSymbol"/>
              <a:buChar char="•"/>
            </a:pPr>
            <a:r>
              <a:rPr lang="zh-CN" sz="2400" b="0" u="none" strike="noStrike">
                <a:solidFill>
                  <a:schemeClr val="dk1"/>
                </a:solidFill>
                <a:effectLst/>
                <a:uFillTx/>
                <a:latin typeface="Bodoni MT Black"/>
                <a:ea typeface="宋体"/>
              </a:rPr>
              <a:t>命令交互</a:t>
            </a:r>
            <a:endParaRPr lang="en-US" sz="2400" b="0" u="none" strike="noStrike">
              <a:solidFill>
                <a:srgbClr val="000000"/>
              </a:solidFill>
              <a:effectLst/>
              <a:uFillTx/>
              <a:latin typeface="Arial"/>
            </a:endParaRPr>
          </a:p>
          <a:p>
            <a:pPr>
              <a:lnSpc>
                <a:spcPct val="125000"/>
              </a:lnSpc>
              <a:tabLst>
                <a:tab algn="l" pos="0"/>
              </a:tabLst>
            </a:pPr>
            <a:endParaRPr lang="en-US" sz="2000" b="0" u="none" strike="noStrike">
              <a:solidFill>
                <a:srgbClr val="000000"/>
              </a:solidFill>
              <a:effectLst/>
              <a:uFillTx/>
              <a:latin typeface="Arial"/>
            </a:endParaRPr>
          </a:p>
        </p:txBody>
      </p:sp>
      <p:sp>
        <p:nvSpPr>
          <p:cNvPr id="11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6.2.1 </a:t>
            </a:r>
            <a:r>
              <a:rPr lang="zh-CN" sz="2400" b="0" u="none" strike="noStrike">
                <a:solidFill>
                  <a:srgbClr val="d9d9d9"/>
                </a:solidFill>
                <a:effectLst/>
                <a:uFillTx/>
                <a:latin typeface="Bodoni MT Black"/>
                <a:ea typeface="宋体"/>
              </a:rPr>
              <a:t>设计问题</a:t>
            </a:r>
            <a:endParaRPr lang="en-US" sz="2400" b="0" u="none" strike="noStrike">
              <a:solidFill>
                <a:srgbClr val="000000"/>
              </a:solidFill>
              <a:effectLst/>
              <a:uFillTx/>
              <a:latin typeface="Arial"/>
            </a:endParaRPr>
          </a:p>
        </p:txBody>
      </p:sp>
      <p:sp>
        <p:nvSpPr>
          <p:cNvPr id="113"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15" name="TextBox 7"/>
          <p:cNvSpPr/>
          <p:nvPr/>
        </p:nvSpPr>
        <p:spPr>
          <a:xfrm>
            <a:off x="395280" y="1052640"/>
            <a:ext cx="842436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buClr>
                <a:srgbClr val="ff0000"/>
              </a:buClr>
              <a:buFont typeface="OpenSymbol"/>
              <a:buChar char="•"/>
            </a:pPr>
            <a:r>
              <a:rPr lang="en-US" sz="2400" b="0" u="none" strike="noStrike">
                <a:solidFill>
                  <a:srgbClr val="ff0000"/>
                </a:solidFill>
                <a:effectLst/>
                <a:uFillTx/>
                <a:latin typeface="Bodoni MT Black"/>
                <a:ea typeface="宋体"/>
              </a:rPr>
              <a:t> 系统响应时间</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系统响应时间指从用户完成某个控制动作（例如，按回车键或单击鼠标），到软件给出预期的响应（输出信息或做动作）之间的这段时间。</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系统响应时间有两个重要属性，分别是</a:t>
            </a:r>
            <a:r>
              <a:rPr lang="zh-CN" sz="2400" b="0" u="none" strike="noStrike">
                <a:solidFill>
                  <a:srgbClr val="ff0000"/>
                </a:solidFill>
                <a:effectLst/>
                <a:uFillTx/>
                <a:latin typeface="Bodoni MT Black"/>
                <a:ea typeface="宋体"/>
              </a:rPr>
              <a:t>长度</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易变性</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长度：时间过长，用户就会感到紧张，过短，加快用户操作节奏，可能会犯错误。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易变性：系统响应时间相对于平均响应时间的偏差即使系统响应时间较长，响应时间易变性低也有助于用户建立起稳定的工作节奏。</a:t>
            </a:r>
            <a:endParaRPr lang="en-US" sz="2400" b="0" u="none" strike="noStrike">
              <a:solidFill>
                <a:srgbClr val="000000"/>
              </a:solidFill>
              <a:effectLst/>
              <a:uFillTx/>
              <a:latin typeface="Arial"/>
            </a:endParaRPr>
          </a:p>
        </p:txBody>
      </p:sp>
      <p:sp>
        <p:nvSpPr>
          <p:cNvPr id="11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6.2.1 </a:t>
            </a:r>
            <a:r>
              <a:rPr lang="zh-CN" sz="2400" b="0" u="none" strike="noStrike">
                <a:solidFill>
                  <a:srgbClr val="d9d9d9"/>
                </a:solidFill>
                <a:effectLst/>
                <a:uFillTx/>
                <a:latin typeface="Bodoni MT Black"/>
                <a:ea typeface="宋体"/>
              </a:rPr>
              <a:t>设计问题</a:t>
            </a:r>
            <a:endParaRPr lang="en-US" sz="2400" b="0" u="none" strike="noStrike">
              <a:solidFill>
                <a:srgbClr val="000000"/>
              </a:solidFill>
              <a:effectLst/>
              <a:uFillTx/>
              <a:latin typeface="Arial"/>
            </a:endParaRPr>
          </a:p>
        </p:txBody>
      </p:sp>
      <p:sp>
        <p:nvSpPr>
          <p:cNvPr id="11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19" name="TextBox 7"/>
          <p:cNvSpPr/>
          <p:nvPr/>
        </p:nvSpPr>
        <p:spPr>
          <a:xfrm>
            <a:off x="179640" y="983520"/>
            <a:ext cx="8784720" cy="5170320"/>
          </a:xfrm>
          <a:prstGeom prst="rect">
            <a:avLst/>
          </a:prstGeom>
          <a:noFill/>
          <a:ln w="0">
            <a:noFill/>
          </a:ln>
        </p:spPr>
        <p:style>
          <a:lnRef idx="0"/>
          <a:fillRef idx="0"/>
          <a:effectRef idx="0"/>
          <a:fontRef idx="minor"/>
        </p:style>
        <p:txBody>
          <a:bodyPr lIns="90000" rIns="90000" tIns="45000" bIns="45000" anchor="t">
            <a:spAutoFit/>
          </a:bodyPr>
          <a:p>
            <a:pPr>
              <a:lnSpc>
                <a:spcPct val="125000"/>
              </a:lnSpc>
              <a:buClr>
                <a:srgbClr val="ff0000"/>
              </a:buClr>
              <a:buFont typeface="OpenSymbol"/>
              <a:buChar char="•"/>
            </a:pPr>
            <a:r>
              <a:rPr lang="en-US" sz="2400" b="0" u="none" strike="noStrike">
                <a:solidFill>
                  <a:srgbClr val="ff0000"/>
                </a:solidFill>
                <a:effectLst/>
                <a:uFillTx/>
                <a:latin typeface="Bodoni MT Black"/>
                <a:ea typeface="宋体"/>
              </a:rPr>
              <a:t> 用户帮助设施</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常见的帮助设施可分为</a:t>
            </a:r>
            <a:r>
              <a:rPr lang="zh-CN" sz="2400" b="0" u="none" strike="noStrike">
                <a:solidFill>
                  <a:srgbClr val="ff0000"/>
                </a:solidFill>
                <a:effectLst/>
                <a:uFillTx/>
                <a:latin typeface="Bodoni MT Black"/>
                <a:ea typeface="宋体"/>
              </a:rPr>
              <a:t>集成的</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附加的</a:t>
            </a:r>
            <a:r>
              <a:rPr lang="zh-CN" sz="2400" b="0" u="none" strike="noStrike">
                <a:solidFill>
                  <a:schemeClr val="dk1"/>
                </a:solidFill>
                <a:effectLst/>
                <a:uFillTx/>
                <a:latin typeface="Bodoni MT Black"/>
                <a:ea typeface="宋体"/>
              </a:rPr>
              <a:t>两类。</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在用户与系统交互期间，有</a:t>
            </a:r>
            <a:r>
              <a:rPr lang="en-US" sz="2400" b="0" u="none" strike="noStrike">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种选择获得帮助信息：提供部分功能的帮助信息和提供全部功能的帮助信息。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种选择请求帮助 ：</a:t>
            </a:r>
            <a:r>
              <a:rPr lang="zh-CN" sz="2400" b="0" u="none" strike="noStrike">
                <a:solidFill>
                  <a:srgbClr val="ff0000"/>
                </a:solidFill>
                <a:effectLst/>
                <a:uFillTx/>
                <a:latin typeface="Bodoni MT Black"/>
                <a:ea typeface="宋体"/>
              </a:rPr>
              <a:t>帮助菜单</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特殊功能键</a:t>
            </a:r>
            <a:r>
              <a:rPr lang="zh-CN" sz="2400" b="0" u="none" strike="noStrike">
                <a:solidFill>
                  <a:schemeClr val="dk1"/>
                </a:solidFill>
                <a:effectLst/>
                <a:uFillTx/>
                <a:latin typeface="Bodoni MT Black"/>
                <a:ea typeface="宋体"/>
              </a:rPr>
              <a:t>和</a:t>
            </a:r>
            <a:r>
              <a:rPr lang="en-US" sz="2400" b="0" u="none" strike="noStrike">
                <a:solidFill>
                  <a:srgbClr val="ff0000"/>
                </a:solidFill>
                <a:effectLst/>
                <a:uFillTx/>
                <a:latin typeface="Bodoni MT Black"/>
                <a:ea typeface="宋体"/>
              </a:rPr>
              <a:t>HELP</a:t>
            </a:r>
            <a:r>
              <a:rPr lang="zh-CN" sz="2400" b="0" u="none" strike="noStrike">
                <a:solidFill>
                  <a:srgbClr val="ff0000"/>
                </a:solidFill>
                <a:effectLst/>
                <a:uFillTx/>
                <a:latin typeface="Bodoni MT Black"/>
                <a:ea typeface="宋体"/>
              </a:rPr>
              <a:t>命令</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种选择显示帮助信息：在独立的窗口中，指出参考某个文档（不理想）和在屏幕固定位置显示简短提示。</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种选择返回到正常的交互方式中：屏幕上的返回按钮和功能键。</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种选择组织帮助信息：</a:t>
            </a:r>
            <a:r>
              <a:rPr lang="zh-CN" sz="2400" b="0" u="none" strike="noStrike">
                <a:solidFill>
                  <a:srgbClr val="ff0000"/>
                </a:solidFill>
                <a:effectLst/>
                <a:uFillTx/>
                <a:latin typeface="Bodoni MT Black"/>
                <a:ea typeface="宋体"/>
              </a:rPr>
              <a:t>平面结构</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信息的层次结构</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超文本结构</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2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6.2.1 </a:t>
            </a:r>
            <a:r>
              <a:rPr lang="zh-CN" sz="2400" b="0" u="none" strike="noStrike">
                <a:solidFill>
                  <a:srgbClr val="d9d9d9"/>
                </a:solidFill>
                <a:effectLst/>
                <a:uFillTx/>
                <a:latin typeface="Bodoni MT Black"/>
                <a:ea typeface="宋体"/>
              </a:rPr>
              <a:t>设计问题</a:t>
            </a:r>
            <a:endParaRPr lang="en-US" sz="2400" b="0" u="none" strike="noStrike">
              <a:solidFill>
                <a:srgbClr val="000000"/>
              </a:solidFill>
              <a:effectLst/>
              <a:uFillTx/>
              <a:latin typeface="Arial"/>
            </a:endParaRPr>
          </a:p>
        </p:txBody>
      </p:sp>
      <p:sp>
        <p:nvSpPr>
          <p:cNvPr id="12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a:t>
            </a:r>
            <a:r>
              <a:rPr lang="en-US" sz="4400" b="1" u="none" strike="noStrike">
                <a:solidFill>
                  <a:schemeClr val="dk1"/>
                </a:solidFill>
                <a:effectLst/>
                <a:uFillTx/>
                <a:latin typeface="Bodoni MT Black"/>
              </a:rPr>
              <a:t>2 </a:t>
            </a:r>
            <a:r>
              <a:rPr lang="zh-CN" sz="4400" b="1" u="none" strike="noStrike">
                <a:solidFill>
                  <a:schemeClr val="dk1"/>
                </a:solidFill>
                <a:effectLst/>
                <a:uFillTx/>
                <a:latin typeface="Bodoni MT Black"/>
              </a:rPr>
              <a:t>人</a:t>
            </a:r>
            <a:r>
              <a:rPr lang="zh-CN" sz="4400" b="1" u="none" strike="noStrike">
                <a:solidFill>
                  <a:schemeClr val="dk1"/>
                </a:solidFill>
                <a:effectLst/>
                <a:uFillTx/>
                <a:latin typeface="Bodoni MT Black"/>
              </a:rPr>
              <a:t>机</a:t>
            </a:r>
            <a:r>
              <a:rPr lang="zh-CN" sz="4400" b="1" u="none" strike="noStrike">
                <a:solidFill>
                  <a:schemeClr val="dk1"/>
                </a:solidFill>
                <a:effectLst/>
                <a:uFillTx/>
                <a:latin typeface="Bodoni MT Black"/>
              </a:rPr>
              <a:t>界</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endParaRPr lang="es-ES" sz="4400" b="0" u="none" strike="noStrike">
              <a:solidFill>
                <a:schemeClr val="dk1"/>
              </a:solidFill>
              <a:effectLst/>
              <a:uFillTx/>
              <a:latin typeface="Arial"/>
            </a:endParaRPr>
          </a:p>
        </p:txBody>
      </p:sp>
      <p:sp>
        <p:nvSpPr>
          <p:cNvPr id="123" name="TextBox 7"/>
          <p:cNvSpPr/>
          <p:nvPr/>
        </p:nvSpPr>
        <p:spPr>
          <a:xfrm>
            <a:off x="179640" y="980640"/>
            <a:ext cx="8784720" cy="480096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lang="en-US" sz="2400" b="0" u="none" strike="noStrike">
                <a:solidFill>
                  <a:srgbClr val="ff0000"/>
                </a:solidFill>
                <a:effectLst/>
                <a:uFillTx/>
                <a:latin typeface="Bodoni MT Black"/>
                <a:ea typeface="宋体"/>
              </a:rPr>
              <a:t>③ 出错信息处理</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出错信息和警告信息，是出现问题时交互式系统给出的“坏消息”。交互式系统给出的</a:t>
            </a:r>
            <a:r>
              <a:rPr lang="zh-CN" sz="2400" b="0" u="none" strike="noStrike">
                <a:solidFill>
                  <a:srgbClr val="ff0000"/>
                </a:solidFill>
                <a:effectLst/>
                <a:uFillTx/>
                <a:latin typeface="Bodoni MT Black"/>
                <a:ea typeface="宋体"/>
              </a:rPr>
              <a:t>出错信息</a:t>
            </a:r>
            <a:r>
              <a:rPr lang="zh-CN" sz="2400" b="0" u="none" strike="noStrike">
                <a:solidFill>
                  <a:schemeClr val="dk1"/>
                </a:solidFill>
                <a:effectLst/>
                <a:uFillTx/>
                <a:latin typeface="Bodoni MT Black"/>
                <a:ea typeface="宋体"/>
              </a:rPr>
              <a:t>或</a:t>
            </a:r>
            <a:r>
              <a:rPr lang="zh-CN" sz="2400" b="0" u="none" strike="noStrike">
                <a:solidFill>
                  <a:srgbClr val="ff0000"/>
                </a:solidFill>
                <a:effectLst/>
                <a:uFillTx/>
                <a:latin typeface="Bodoni MT Black"/>
                <a:ea typeface="宋体"/>
              </a:rPr>
              <a:t>警告信息</a:t>
            </a:r>
            <a:r>
              <a:rPr lang="zh-CN" sz="2400" b="0" u="none" strike="noStrike">
                <a:solidFill>
                  <a:schemeClr val="dk1"/>
                </a:solidFill>
                <a:effectLst/>
                <a:uFillTx/>
                <a:latin typeface="Bodoni MT Black"/>
                <a:ea typeface="宋体"/>
              </a:rPr>
              <a:t>，具有下述属性。</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用用户可以理解的术语描述问题。</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提供有助于从错误中恢复的建设性意见。</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指出错误可能导致哪些负面后果（例如，破坏数据文件），以便用户检查是否出现了这些问题，并在确实出现问题时及时解决。</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伴随着听觉上或视觉上的提示。</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不能带有指责色彩，不能责怪用户。</a:t>
            </a:r>
            <a:endParaRPr lang="en-US" sz="2400" b="0" u="none" strike="noStrike">
              <a:solidFill>
                <a:srgbClr val="000000"/>
              </a:solidFill>
              <a:effectLst/>
              <a:uFillTx/>
              <a:latin typeface="Arial"/>
            </a:endParaRPr>
          </a:p>
        </p:txBody>
      </p:sp>
      <p:sp>
        <p:nvSpPr>
          <p:cNvPr id="12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6.2.1 </a:t>
            </a:r>
            <a:r>
              <a:rPr lang="zh-CN" sz="2400" b="0" u="none" strike="noStrike">
                <a:solidFill>
                  <a:srgbClr val="d9d9d9"/>
                </a:solidFill>
                <a:effectLst/>
                <a:uFillTx/>
                <a:latin typeface="Bodoni MT Black"/>
                <a:ea typeface="宋体"/>
              </a:rPr>
              <a:t>设计问题</a:t>
            </a:r>
            <a:endParaRPr lang="en-US" sz="2400" b="0" u="none" strike="noStrike">
              <a:solidFill>
                <a:srgbClr val="000000"/>
              </a:solidFill>
              <a:effectLst/>
              <a:uFillTx/>
              <a:latin typeface="Arial"/>
            </a:endParaRPr>
          </a:p>
        </p:txBody>
      </p:sp>
      <p:sp>
        <p:nvSpPr>
          <p:cNvPr id="125"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27" name="TextBox 7"/>
          <p:cNvSpPr/>
          <p:nvPr/>
        </p:nvSpPr>
        <p:spPr>
          <a:xfrm>
            <a:off x="287280" y="836640"/>
            <a:ext cx="8569080" cy="51703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rgbClr val="ff0000"/>
                </a:solidFill>
                <a:effectLst/>
                <a:uFillTx/>
                <a:latin typeface="Bodoni MT Black"/>
                <a:ea typeface="宋体"/>
              </a:rPr>
              <a:t>④ 命令交互</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许多高级用户仍然偏爱面向</a:t>
            </a:r>
            <a:r>
              <a:rPr lang="zh-CN" sz="2400" b="0" u="none" strike="noStrike">
                <a:solidFill>
                  <a:srgbClr val="ff0000"/>
                </a:solidFill>
                <a:effectLst/>
                <a:uFillTx/>
                <a:latin typeface="Bodoni MT Black"/>
                <a:ea typeface="宋体"/>
              </a:rPr>
              <a:t>命令行</a:t>
            </a:r>
            <a:r>
              <a:rPr lang="zh-CN" sz="2400" b="0" u="none" strike="noStrike">
                <a:solidFill>
                  <a:schemeClr val="dk1"/>
                </a:solidFill>
                <a:effectLst/>
                <a:uFillTx/>
                <a:latin typeface="Bodoni MT Black"/>
                <a:ea typeface="宋体"/>
              </a:rPr>
              <a:t>的交互方式，在提供命令交互方式时，必须考虑下列设计问题。</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是否每个菜单选项都有对应的命令？</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采用何种命令形式？有</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种选择：</a:t>
            </a:r>
            <a:r>
              <a:rPr lang="zh-CN" sz="2400" b="0" u="none" strike="noStrike">
                <a:solidFill>
                  <a:srgbClr val="ff0000"/>
                </a:solidFill>
                <a:effectLst/>
                <a:uFillTx/>
                <a:latin typeface="Bodoni MT Black"/>
                <a:ea typeface="宋体"/>
              </a:rPr>
              <a:t>控制序列</a:t>
            </a:r>
            <a:r>
              <a:rPr lang="zh-CN" sz="2400" b="0" u="none" strike="noStrike">
                <a:solidFill>
                  <a:schemeClr val="dk1"/>
                </a:solidFill>
                <a:effectLst/>
                <a:uFillTx/>
                <a:latin typeface="Bodoni MT Black"/>
                <a:ea typeface="宋体"/>
              </a:rPr>
              <a:t>（如</a:t>
            </a:r>
            <a:r>
              <a:rPr lang="en-US" sz="2400" b="0" u="none" strike="noStrike">
                <a:solidFill>
                  <a:schemeClr val="dk1"/>
                </a:solidFill>
                <a:effectLst/>
                <a:uFillTx/>
                <a:latin typeface="Bodoni MT Black"/>
                <a:ea typeface="宋体"/>
              </a:rPr>
              <a:t>Ctrl+P</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功能键</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输入命令</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学习和记忆命令的难度有多大？忘记了命令怎么办？</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用户是否可以定制或缩写命令？</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在应用软件中，人机界面设计者都提供了“</a:t>
            </a:r>
            <a:r>
              <a:rPr lang="zh-CN" sz="2400" b="0" u="none" strike="noStrike">
                <a:solidFill>
                  <a:srgbClr val="ff0000"/>
                </a:solidFill>
                <a:effectLst/>
                <a:uFillTx/>
                <a:latin typeface="Bodoni MT Black"/>
                <a:ea typeface="宋体"/>
              </a:rPr>
              <a:t>命令宏机制</a:t>
            </a:r>
            <a:r>
              <a:rPr lang="en-US" sz="2400" b="0" u="none" strike="noStrike">
                <a:solidFill>
                  <a:schemeClr val="dk1"/>
                </a:solidFill>
                <a:effectLst/>
                <a:uFillTx/>
                <a:latin typeface="Bodoni MT Black"/>
                <a:ea typeface="宋体"/>
              </a:rPr>
              <a:t>”（</a:t>
            </a:r>
            <a:r>
              <a:rPr lang="zh-CN" sz="2400" b="0" u="none" strike="noStrike">
                <a:solidFill>
                  <a:schemeClr val="dk1"/>
                </a:solidFill>
                <a:effectLst/>
                <a:uFillTx/>
                <a:latin typeface="Arial"/>
                <a:ea typeface="宋体"/>
              </a:rPr>
              <a:t>批量批处理，宏是一种规则或模式，或称语法替换</a:t>
            </a:r>
            <a:r>
              <a:rPr lang="zh-CN" sz="2400" b="0" u="none" strike="noStrike">
                <a:solidFill>
                  <a:schemeClr val="dk1"/>
                </a:solidFill>
                <a:effectLst/>
                <a:uFillTx/>
                <a:latin typeface="Bodoni MT Black"/>
                <a:ea typeface="宋体"/>
              </a:rPr>
              <a:t>）。在理想的情况下，所有应用软件都有一致的命令使用方法。</a:t>
            </a:r>
            <a:endParaRPr lang="en-US" sz="2400" b="0" u="none" strike="noStrike">
              <a:solidFill>
                <a:srgbClr val="000000"/>
              </a:solidFill>
              <a:effectLst/>
              <a:uFillTx/>
              <a:latin typeface="Arial"/>
            </a:endParaRPr>
          </a:p>
        </p:txBody>
      </p:sp>
      <p:sp>
        <p:nvSpPr>
          <p:cNvPr id="12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6.2.1 </a:t>
            </a:r>
            <a:r>
              <a:rPr lang="zh-CN" sz="2400" b="0" u="none" strike="noStrike">
                <a:solidFill>
                  <a:srgbClr val="d9d9d9"/>
                </a:solidFill>
                <a:effectLst/>
                <a:uFillTx/>
                <a:latin typeface="Bodoni MT Black"/>
                <a:ea typeface="宋体"/>
              </a:rPr>
              <a:t>设计问题</a:t>
            </a:r>
            <a:endParaRPr lang="en-US" sz="2400" b="0" u="none" strike="noStrike">
              <a:solidFill>
                <a:srgbClr val="000000"/>
              </a:solidFill>
              <a:effectLst/>
              <a:uFillTx/>
              <a:latin typeface="Arial"/>
            </a:endParaRPr>
          </a:p>
        </p:txBody>
      </p:sp>
      <p:sp>
        <p:nvSpPr>
          <p:cNvPr id="129"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3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6.2.1 </a:t>
            </a:r>
            <a:r>
              <a:rPr lang="zh-CN" sz="2400" b="0" u="none" strike="noStrike">
                <a:solidFill>
                  <a:srgbClr val="d9d9d9"/>
                </a:solidFill>
                <a:effectLst/>
                <a:uFillTx/>
                <a:latin typeface="Bodoni MT Black"/>
                <a:ea typeface="宋体"/>
              </a:rPr>
              <a:t>设计问题</a:t>
            </a:r>
            <a:endParaRPr lang="en-US" sz="2400" b="0" u="none" strike="noStrike">
              <a:solidFill>
                <a:srgbClr val="000000"/>
              </a:solidFill>
              <a:effectLst/>
              <a:uFillTx/>
              <a:latin typeface="Arial"/>
            </a:endParaRPr>
          </a:p>
        </p:txBody>
      </p:sp>
      <p:sp>
        <p:nvSpPr>
          <p:cNvPr id="13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pic>
        <p:nvPicPr>
          <p:cNvPr id="133" name="Picture 4" descr="0445"/>
          <p:cNvPicPr/>
          <p:nvPr/>
        </p:nvPicPr>
        <p:blipFill>
          <a:blip r:embed="rId1"/>
          <a:stretch/>
        </p:blipFill>
        <p:spPr>
          <a:xfrm>
            <a:off x="1115640" y="1254960"/>
            <a:ext cx="4412880" cy="5229000"/>
          </a:xfrm>
          <a:prstGeom prst="rect">
            <a:avLst/>
          </a:prstGeom>
          <a:noFill/>
          <a:ln w="0">
            <a:noFill/>
          </a:ln>
        </p:spPr>
      </p:pic>
      <p:sp>
        <p:nvSpPr>
          <p:cNvPr id="134" name="矩形 1"/>
          <p:cNvSpPr/>
          <p:nvPr/>
        </p:nvSpPr>
        <p:spPr>
          <a:xfrm>
            <a:off x="6535800" y="5013000"/>
            <a:ext cx="2031120" cy="461160"/>
          </a:xfrm>
          <a:prstGeom prst="rect">
            <a:avLst/>
          </a:prstGeom>
          <a:noFill/>
          <a:ln w="0">
            <a:solidFill>
              <a:srgbClr val="c00000"/>
            </a:solid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chemeClr val="dk1"/>
                </a:solidFill>
                <a:effectLst/>
                <a:uFillTx/>
                <a:latin typeface="Arial"/>
                <a:ea typeface="宋体"/>
              </a:rPr>
              <a:t>界面设计类型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36"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6.2.2 </a:t>
            </a:r>
            <a:r>
              <a:rPr lang="zh-CN" sz="3200" b="1" u="none" strike="noStrike">
                <a:solidFill>
                  <a:schemeClr val="dk1"/>
                </a:solidFill>
                <a:effectLst/>
                <a:uFillTx/>
                <a:latin typeface="Bodoni MT Black"/>
              </a:rPr>
              <a:t>设计过程</a:t>
            </a:r>
            <a:endParaRPr lang="es-ES" sz="3200" b="0" u="none" strike="noStrike">
              <a:solidFill>
                <a:schemeClr val="dk1"/>
              </a:solidFill>
              <a:effectLst/>
              <a:uFillTx/>
              <a:latin typeface="Calibri"/>
            </a:endParaRPr>
          </a:p>
        </p:txBody>
      </p:sp>
      <p:sp>
        <p:nvSpPr>
          <p:cNvPr id="137" name="TextBox 7"/>
          <p:cNvSpPr/>
          <p:nvPr/>
        </p:nvSpPr>
        <p:spPr>
          <a:xfrm>
            <a:off x="378000" y="1585800"/>
            <a:ext cx="4968360" cy="41698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用户界面设计是一个</a:t>
            </a:r>
            <a:r>
              <a:rPr lang="zh-CN" sz="2400" b="0" u="none" strike="noStrike">
                <a:solidFill>
                  <a:srgbClr val="ff0000"/>
                </a:solidFill>
                <a:effectLst/>
                <a:uFillTx/>
                <a:latin typeface="Bodoni MT Black"/>
                <a:ea typeface="宋体"/>
              </a:rPr>
              <a:t>迭代</a:t>
            </a:r>
            <a:r>
              <a:rPr lang="zh-CN" sz="2400" b="0" u="none" strike="noStrike">
                <a:solidFill>
                  <a:schemeClr val="dk1"/>
                </a:solidFill>
                <a:effectLst/>
                <a:uFillTx/>
                <a:latin typeface="Bodoni MT Black"/>
                <a:ea typeface="宋体"/>
              </a:rPr>
              <a:t>的过程，通常先创建设计模型，再用原型实现这个设计模型，并由用户试用和评估，然后根据用户意见进行修改。</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建立起用户界面的原型，就必须对它进行评估，评估可以是非正式的也可以使正式的。</a:t>
            </a:r>
            <a:endParaRPr lang="en-US" sz="2400" b="0" u="none" strike="noStrike">
              <a:solidFill>
                <a:srgbClr val="000000"/>
              </a:solidFill>
              <a:effectLst/>
              <a:uFillTx/>
              <a:latin typeface="Arial"/>
            </a:endParaRPr>
          </a:p>
          <a:p>
            <a:pPr>
              <a:lnSpc>
                <a:spcPct val="125000"/>
              </a:lnSpc>
              <a:tabLst>
                <a:tab algn="l" pos="0"/>
              </a:tabLst>
            </a:pPr>
            <a:endParaRPr lang="en-US" sz="2000" b="0" u="none" strike="noStrike">
              <a:solidFill>
                <a:srgbClr val="000000"/>
              </a:solidFill>
              <a:effectLst/>
              <a:uFillTx/>
              <a:latin typeface="Arial"/>
            </a:endParaRPr>
          </a:p>
        </p:txBody>
      </p:sp>
      <p:graphicFrame>
        <p:nvGraphicFramePr>
          <p:cNvPr id="138" name="Diagram1"/>
          <p:cNvGraphicFramePr/>
          <p:nvPr>
            <p:extLst>
              <p:ext uri="{D42A27DB-BD31-4B8C-83A1-F6EECF244321}">
                <p14:modId xmlns:p14="http://schemas.microsoft.com/office/powerpoint/2010/main" val="579963500"/>
              </p:ext>
            </p:extLst>
          </p:nvPr>
        </p:nvGraphicFramePr>
        <p:xfrm>
          <a:off x="4089960" y="2493000"/>
          <a:ext cx="5904360" cy="35438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39" name="圆角矩形 2"/>
          <p:cNvSpPr/>
          <p:nvPr/>
        </p:nvSpPr>
        <p:spPr>
          <a:xfrm>
            <a:off x="6012000" y="1480680"/>
            <a:ext cx="2334960" cy="71892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pPr>
            <a:r>
              <a:rPr lang="zh-CN" sz="1800" b="0" u="none" strike="noStrike">
                <a:solidFill>
                  <a:schemeClr val="lt1"/>
                </a:solidFill>
                <a:effectLst/>
                <a:uFillTx/>
                <a:latin typeface="Bodoni MT Black"/>
                <a:ea typeface="宋体"/>
              </a:rPr>
              <a:t>用户界面的评估周期</a:t>
            </a:r>
            <a:endParaRPr lang="en-US" sz="1800" b="0" u="none" strike="noStrike">
              <a:solidFill>
                <a:srgbClr val="ffffff"/>
              </a:solidFill>
              <a:effectLst/>
              <a:uFillTx/>
              <a:latin typeface="Arial"/>
            </a:endParaRPr>
          </a:p>
        </p:txBody>
      </p:sp>
      <p:sp>
        <p:nvSpPr>
          <p:cNvPr id="14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6.2.2 </a:t>
            </a:r>
            <a:r>
              <a:rPr lang="zh-CN" sz="2400" b="0" u="none" strike="noStrike">
                <a:solidFill>
                  <a:srgbClr val="d9d9d9"/>
                </a:solidFill>
                <a:effectLst/>
                <a:uFillTx/>
                <a:latin typeface="Bodoni MT Black"/>
                <a:ea typeface="宋体"/>
              </a:rPr>
              <a:t>设计过程</a:t>
            </a:r>
            <a:endParaRPr lang="en-US" sz="2400" b="0" u="none" strike="noStrike">
              <a:solidFill>
                <a:srgbClr val="000000"/>
              </a:solidFill>
              <a:effectLst/>
              <a:uFillTx/>
              <a:latin typeface="Arial"/>
            </a:endParaRPr>
          </a:p>
        </p:txBody>
      </p:sp>
      <p:sp>
        <p:nvSpPr>
          <p:cNvPr id="14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43" name="TextBox 7"/>
          <p:cNvSpPr/>
          <p:nvPr/>
        </p:nvSpPr>
        <p:spPr>
          <a:xfrm>
            <a:off x="251640" y="1125360"/>
            <a:ext cx="8712720" cy="47080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创建了用户界面的设计模型之后，可以运用下述评估标准对设计进行早期复审。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系统及其界面的规格说明书的长度和复杂程度，预示了用户学习使用该系统所需要的</a:t>
            </a:r>
            <a:r>
              <a:rPr lang="zh-CN" sz="2400" b="0" u="none" strike="noStrike">
                <a:solidFill>
                  <a:srgbClr val="ff0000"/>
                </a:solidFill>
                <a:effectLst/>
                <a:uFillTx/>
                <a:latin typeface="Bodoni MT Black"/>
                <a:ea typeface="宋体"/>
              </a:rPr>
              <a:t>工作量</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命令或动作的数量、命令的平均参数个数或动作中单个操作的个数，预示了系统的</a:t>
            </a:r>
            <a:r>
              <a:rPr lang="zh-CN" sz="2400" b="0" u="none" strike="noStrike">
                <a:solidFill>
                  <a:srgbClr val="ff0000"/>
                </a:solidFill>
                <a:effectLst/>
                <a:uFillTx/>
                <a:latin typeface="Bodoni MT Black"/>
                <a:ea typeface="宋体"/>
              </a:rPr>
              <a:t>交互时间</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总体效率</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设计模型中包含的动作、命令和系统状态的数量，预示了用户学习使用该系统时需要</a:t>
            </a:r>
            <a:r>
              <a:rPr lang="zh-CN" sz="2400" b="0" u="none" strike="noStrike">
                <a:solidFill>
                  <a:srgbClr val="ff0000"/>
                </a:solidFill>
                <a:effectLst/>
                <a:uFillTx/>
                <a:latin typeface="Bodoni MT Black"/>
                <a:ea typeface="宋体"/>
              </a:rPr>
              <a:t>记忆的内容的多少</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界面风格、帮助设施和出错处理协议，预示了界面的</a:t>
            </a:r>
            <a:r>
              <a:rPr lang="zh-CN" sz="2400" b="0" u="none" strike="noStrike">
                <a:solidFill>
                  <a:srgbClr val="ff0000"/>
                </a:solidFill>
                <a:effectLst/>
                <a:uFillTx/>
                <a:latin typeface="Bodoni MT Black"/>
                <a:ea typeface="宋体"/>
              </a:rPr>
              <a:t>复杂程度</a:t>
            </a:r>
            <a:r>
              <a:rPr lang="zh-CN" sz="2400" b="0" u="none" strike="noStrike">
                <a:solidFill>
                  <a:schemeClr val="dk1"/>
                </a:solidFill>
                <a:effectLst/>
                <a:uFillTx/>
                <a:latin typeface="Bodoni MT Black"/>
                <a:ea typeface="宋体"/>
              </a:rPr>
              <a:t>及用户</a:t>
            </a:r>
            <a:r>
              <a:rPr lang="zh-CN" sz="2400" b="0" u="none" strike="noStrike">
                <a:solidFill>
                  <a:srgbClr val="ff0000"/>
                </a:solidFill>
                <a:effectLst/>
                <a:uFillTx/>
                <a:latin typeface="Bodoni MT Black"/>
                <a:ea typeface="宋体"/>
              </a:rPr>
              <a:t>接受该界面的程度</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4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6.2.2 </a:t>
            </a:r>
            <a:r>
              <a:rPr lang="zh-CN" sz="2400" b="0" u="none" strike="noStrike">
                <a:solidFill>
                  <a:srgbClr val="d9d9d9"/>
                </a:solidFill>
                <a:effectLst/>
                <a:uFillTx/>
                <a:latin typeface="Bodoni MT Black"/>
                <a:ea typeface="宋体"/>
              </a:rPr>
              <a:t>设计过程</a:t>
            </a:r>
            <a:endParaRPr lang="en-US" sz="2400" b="0" u="none" strike="noStrike">
              <a:solidFill>
                <a:srgbClr val="000000"/>
              </a:solidFill>
              <a:effectLst/>
              <a:uFillTx/>
              <a:latin typeface="Arial"/>
            </a:endParaRPr>
          </a:p>
        </p:txBody>
      </p:sp>
      <p:sp>
        <p:nvSpPr>
          <p:cNvPr id="145"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47"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6.2.3 </a:t>
            </a:r>
            <a:r>
              <a:rPr lang="zh-CN" sz="3200" b="1" u="none" strike="noStrike">
                <a:solidFill>
                  <a:schemeClr val="dk1"/>
                </a:solidFill>
                <a:effectLst/>
                <a:uFillTx/>
                <a:latin typeface="Bodoni MT Black"/>
              </a:rPr>
              <a:t>人机界面设计指南</a:t>
            </a:r>
            <a:endParaRPr lang="es-ES" sz="3200" b="0" u="none" strike="noStrike">
              <a:solidFill>
                <a:schemeClr val="dk1"/>
              </a:solidFill>
              <a:effectLst/>
              <a:uFillTx/>
              <a:latin typeface="Calibri"/>
            </a:endParaRPr>
          </a:p>
        </p:txBody>
      </p:sp>
      <p:sp>
        <p:nvSpPr>
          <p:cNvPr id="148" name="TextBox 7"/>
          <p:cNvSpPr/>
          <p:nvPr/>
        </p:nvSpPr>
        <p:spPr>
          <a:xfrm>
            <a:off x="395280" y="1557360"/>
            <a:ext cx="8424360" cy="424692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25000"/>
              </a:lnSpc>
              <a:buClr>
                <a:srgbClr val="ff0000"/>
              </a:buClr>
              <a:buFont typeface="OpenSymbol"/>
              <a:buChar char="•"/>
            </a:pPr>
            <a:r>
              <a:rPr lang="zh-CN" sz="2400" b="0" u="none" strike="noStrike">
                <a:solidFill>
                  <a:srgbClr val="ff0000"/>
                </a:solidFill>
                <a:effectLst/>
                <a:uFillTx/>
                <a:latin typeface="Bodoni MT Black"/>
                <a:ea typeface="宋体"/>
              </a:rPr>
              <a:t>一般交互指南</a:t>
            </a:r>
            <a:r>
              <a:rPr lang="zh-CN" sz="2400" b="0" u="none" strike="noStrike">
                <a:solidFill>
                  <a:schemeClr val="dk1"/>
                </a:solidFill>
                <a:effectLst/>
                <a:uFillTx/>
                <a:latin typeface="Bodoni MT Black"/>
                <a:ea typeface="宋体"/>
              </a:rPr>
              <a:t>：涉及信息显示、数据输入和系统整体控制。</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保持一致性，提供有意义的反馈</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在执行有较大破坏性的动作之前要求用户确认</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允许取消绝大多数操作</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减少在两次操作之间必须记忆的信息量</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提高对话、移动和思考的效率，允许犯错误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按功能对动作分类，并据此设计屏幕布局</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提供对用户工作内容敏感的帮助设施</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用简单动词或动词短语作为命令名</a:t>
            </a:r>
            <a:endParaRPr lang="en-US" sz="2400" b="0" u="none" strike="noStrike">
              <a:solidFill>
                <a:srgbClr val="000000"/>
              </a:solidFill>
              <a:effectLst/>
              <a:uFillTx/>
              <a:latin typeface="Arial"/>
            </a:endParaRPr>
          </a:p>
        </p:txBody>
      </p:sp>
      <p:sp>
        <p:nvSpPr>
          <p:cNvPr id="14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6.2.3 </a:t>
            </a:r>
            <a:r>
              <a:rPr lang="zh-CN" sz="2400" b="0" u="none" strike="noStrike">
                <a:solidFill>
                  <a:srgbClr val="d9d9d9"/>
                </a:solidFill>
                <a:effectLst/>
                <a:uFillTx/>
                <a:latin typeface="Bodoni MT Black"/>
                <a:ea typeface="宋体"/>
              </a:rPr>
              <a:t>人机界面设计指南</a:t>
            </a:r>
            <a:endParaRPr lang="en-US" sz="2400" b="0" u="none" strike="noStrike">
              <a:solidFill>
                <a:srgbClr val="000000"/>
              </a:solidFill>
              <a:effectLst/>
              <a:uFillTx/>
              <a:latin typeface="Arial"/>
            </a:endParaRPr>
          </a:p>
        </p:txBody>
      </p:sp>
      <p:sp>
        <p:nvSpPr>
          <p:cNvPr id="150"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90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52" name="TextBox 7"/>
          <p:cNvSpPr/>
          <p:nvPr/>
        </p:nvSpPr>
        <p:spPr>
          <a:xfrm>
            <a:off x="250560" y="850680"/>
            <a:ext cx="8713440" cy="517032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25000"/>
              </a:lnSpc>
              <a:buClr>
                <a:srgbClr val="ff0000"/>
              </a:buClr>
              <a:buFont typeface="OpenSymbol"/>
              <a:buChar char="•"/>
            </a:pPr>
            <a:r>
              <a:rPr lang="zh-CN" sz="2400" b="0" u="none" strike="noStrike">
                <a:solidFill>
                  <a:srgbClr val="ff0000"/>
                </a:solidFill>
                <a:effectLst/>
                <a:uFillTx/>
                <a:latin typeface="Bodoni MT Black"/>
                <a:ea typeface="宋体"/>
              </a:rPr>
              <a:t>信息显示指南</a:t>
            </a:r>
            <a:r>
              <a:rPr lang="zh-CN" sz="2400" b="0" u="none" strike="noStrike">
                <a:solidFill>
                  <a:schemeClr val="dk1"/>
                </a:solidFill>
                <a:effectLst/>
                <a:uFillTx/>
                <a:latin typeface="Bodoni MT Black"/>
                <a:ea typeface="宋体"/>
              </a:rPr>
              <a:t>：多种不同方式“显示”信息，用文字、图形和声音；按位置、移动和大小；使用颜色、分辨率和省略。</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只显示与当前工作内容有关的信息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不要用数据淹没用户，应该用便于用户迅速吸取信息的方式来表示数据</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使用一致的标记、标准的缩写和可预知的颜色</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允许用户保持可视化的语境，产生有意义的出错信息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使用大小写、缩进和文本分组以帮助理解</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使用窗口分隔不同类型的信息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使用“模拟”显示方式表示信息，以使信息更易被用户提取</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高效率地使用显示屏</a:t>
            </a:r>
            <a:endParaRPr lang="en-US" sz="2400" b="0" u="none" strike="noStrike">
              <a:solidFill>
                <a:srgbClr val="000000"/>
              </a:solidFill>
              <a:effectLst/>
              <a:uFillTx/>
              <a:latin typeface="Arial"/>
            </a:endParaRPr>
          </a:p>
        </p:txBody>
      </p:sp>
      <p:sp>
        <p:nvSpPr>
          <p:cNvPr id="15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6.2.3 </a:t>
            </a:r>
            <a:r>
              <a:rPr lang="zh-CN" sz="2400" b="0" u="none" strike="noStrike">
                <a:solidFill>
                  <a:srgbClr val="d9d9d9"/>
                </a:solidFill>
                <a:effectLst/>
                <a:uFillTx/>
                <a:latin typeface="Bodoni MT Black"/>
                <a:ea typeface="宋体"/>
              </a:rPr>
              <a:t>人机界面设计指南</a:t>
            </a:r>
            <a:endParaRPr lang="en-US" sz="2400" b="0" u="none" strike="noStrike">
              <a:solidFill>
                <a:srgbClr val="000000"/>
              </a:solidFill>
              <a:effectLst/>
              <a:uFillTx/>
              <a:latin typeface="Arial"/>
            </a:endParaRPr>
          </a:p>
        </p:txBody>
      </p:sp>
      <p:sp>
        <p:nvSpPr>
          <p:cNvPr id="154"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6.2 </a:t>
            </a:r>
            <a:r>
              <a:rPr lang="zh-CN" sz="4400" b="1" u="none" strike="noStrike">
                <a:solidFill>
                  <a:schemeClr val="dk1"/>
                </a:solidFill>
                <a:effectLst/>
                <a:uFillTx/>
                <a:latin typeface="Bodoni MT Black"/>
              </a:rPr>
              <a:t>人机界面设计</a:t>
            </a:r>
            <a:endParaRPr lang="es-ES" sz="4400" b="0" u="none" strike="noStrike">
              <a:solidFill>
                <a:schemeClr val="dk1"/>
              </a:solidFill>
              <a:effectLst/>
              <a:uFillTx/>
              <a:latin typeface="Arial"/>
            </a:endParaRPr>
          </a:p>
        </p:txBody>
      </p:sp>
      <p:sp>
        <p:nvSpPr>
          <p:cNvPr id="156" name="TextBox 7"/>
          <p:cNvSpPr/>
          <p:nvPr/>
        </p:nvSpPr>
        <p:spPr>
          <a:xfrm>
            <a:off x="451800" y="980640"/>
            <a:ext cx="8424360" cy="517032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25000"/>
              </a:lnSpc>
              <a:buClr>
                <a:srgbClr val="ff0000"/>
              </a:buClr>
              <a:buFont typeface="OpenSymbol"/>
              <a:buChar char="•"/>
            </a:pPr>
            <a:r>
              <a:rPr lang="zh-CN" sz="2400" b="0" u="none" strike="noStrike">
                <a:solidFill>
                  <a:srgbClr val="ff0000"/>
                </a:solidFill>
                <a:effectLst/>
                <a:uFillTx/>
                <a:latin typeface="Bodoni MT Black"/>
                <a:ea typeface="宋体"/>
              </a:rPr>
              <a:t>数据输入指南</a:t>
            </a:r>
            <a:r>
              <a:rPr lang="zh-CN" sz="2000" b="0" u="none" strike="noStrike">
                <a:solidFill>
                  <a:schemeClr val="dk1"/>
                </a:solidFill>
                <a:effectLst/>
                <a:uFillTx/>
                <a:latin typeface="Bodoni MT Black"/>
                <a:ea typeface="宋体"/>
              </a:rPr>
              <a:t>：</a:t>
            </a:r>
            <a:r>
              <a:rPr lang="zh-CN" sz="2400" b="0" u="none" strike="noStrike">
                <a:solidFill>
                  <a:schemeClr val="dk1"/>
                </a:solidFill>
                <a:effectLst/>
                <a:uFillTx/>
                <a:latin typeface="Bodoni MT Black"/>
                <a:ea typeface="宋体"/>
              </a:rPr>
              <a:t>用户的大部分时间用在选择命令、输入数据和向系统提供输入。</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尽量减少用户的输入动作</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保持信息显示和数据输入之间的一致性</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允许用户自定义输入</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交互应该是灵活的，并可调整成用户最喜欢的输入方式</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使在当前动作语境中不适用的命令不起作用</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让用户控制交互流</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对所有输入动作都提供帮助</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消除冗余的输入</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高效率地使用显示屏</a:t>
            </a:r>
            <a:endParaRPr lang="en-US" sz="2400" b="0" u="none" strike="noStrike">
              <a:solidFill>
                <a:srgbClr val="000000"/>
              </a:solidFill>
              <a:effectLst/>
              <a:uFillTx/>
              <a:latin typeface="Arial"/>
            </a:endParaRPr>
          </a:p>
        </p:txBody>
      </p:sp>
      <p:sp>
        <p:nvSpPr>
          <p:cNvPr id="15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6.2.3 </a:t>
            </a:r>
            <a:r>
              <a:rPr lang="zh-CN" sz="2400" b="0" u="none" strike="noStrike">
                <a:solidFill>
                  <a:srgbClr val="d9d9d9"/>
                </a:solidFill>
                <a:effectLst/>
                <a:uFillTx/>
                <a:latin typeface="Bodoni MT Black"/>
                <a:ea typeface="宋体"/>
              </a:rPr>
              <a:t>人机界面设计指南</a:t>
            </a:r>
            <a:endParaRPr lang="en-US" sz="2400" b="0" u="none" strike="noStrike">
              <a:solidFill>
                <a:srgbClr val="000000"/>
              </a:solidFill>
              <a:effectLst/>
              <a:uFillTx/>
              <a:latin typeface="Arial"/>
            </a:endParaRPr>
          </a:p>
        </p:txBody>
      </p:sp>
      <p:sp>
        <p:nvSpPr>
          <p:cNvPr id="158"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1 Título"/>
          <p:cNvSpPr/>
          <p:nvPr/>
        </p:nvSpPr>
        <p:spPr>
          <a:xfrm>
            <a:off x="739800" y="189000"/>
            <a:ext cx="7648200" cy="863280"/>
          </a:xfrm>
          <a:prstGeom prst="rect">
            <a:avLst/>
          </a:prstGeom>
          <a:noFill/>
          <a:ln w="9525">
            <a:noFill/>
          </a:ln>
        </p:spPr>
        <p:style>
          <a:lnRef idx="0"/>
          <a:fillRef idx="0"/>
          <a:effectRef idx="0"/>
          <a:fontRef idx="minor"/>
        </p:style>
        <p:txBody>
          <a:bodyPr lIns="90000" rIns="90000" tIns="45000" bIns="45000" anchor="ctr">
            <a:noAutofit/>
          </a:bodyPr>
          <a:p>
            <a:pPr algn="ctr">
              <a:lnSpc>
                <a:spcPts val="5763"/>
              </a:lnSpc>
            </a:pPr>
            <a:r>
              <a:rPr lang="zh-CN" sz="5400" b="1" u="none" strike="noStrike">
                <a:solidFill>
                  <a:schemeClr val="dk1"/>
                </a:solidFill>
                <a:effectLst/>
                <a:uFillTx/>
                <a:latin typeface="Bodoni MT Black"/>
                <a:ea typeface="宋体"/>
              </a:rPr>
              <a:t>主要内容</a:t>
            </a:r>
            <a:endParaRPr lang="en-US" sz="5400" b="0" u="none" strike="noStrike">
              <a:solidFill>
                <a:srgbClr val="000000"/>
              </a:solidFill>
              <a:effectLst/>
              <a:uFillTx/>
              <a:latin typeface="Arial"/>
            </a:endParaRPr>
          </a:p>
        </p:txBody>
      </p:sp>
      <p:sp>
        <p:nvSpPr>
          <p:cNvPr id="160"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16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6.3   </a:t>
            </a:r>
            <a:r>
              <a:rPr lang="zh-CN" sz="2400" b="0" u="none" strike="noStrike">
                <a:solidFill>
                  <a:srgbClr val="d9d9d9"/>
                </a:solidFill>
                <a:effectLst/>
                <a:uFillTx/>
                <a:latin typeface="Bodoni MT Black"/>
                <a:ea typeface="宋体"/>
              </a:rPr>
              <a:t>数据设计</a:t>
            </a:r>
            <a:endParaRPr lang="en-US" sz="2400" b="0" u="none" strike="noStrike">
              <a:solidFill>
                <a:srgbClr val="000000"/>
              </a:solidFill>
              <a:effectLst/>
              <a:uFillTx/>
              <a:latin typeface="Arial"/>
            </a:endParaRPr>
          </a:p>
        </p:txBody>
      </p:sp>
      <p:pic>
        <p:nvPicPr>
          <p:cNvPr id="162"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163"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164"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65"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66" name="TextBox 5"/>
          <p:cNvSpPr/>
          <p:nvPr/>
        </p:nvSpPr>
        <p:spPr>
          <a:xfrm>
            <a:off x="785520" y="2921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67"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68"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69" name="矩形 13"/>
          <p:cNvSpPr/>
          <p:nvPr/>
        </p:nvSpPr>
        <p:spPr>
          <a:xfrm>
            <a:off x="647280" y="270900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70" name="等腰三角形 14"/>
          <p:cNvSpPr/>
          <p:nvPr/>
        </p:nvSpPr>
        <p:spPr>
          <a:xfrm rot="5400000">
            <a:off x="55080" y="279432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71" name="Rectangle 3"/>
          <p:cNvSpPr/>
          <p:nvPr/>
        </p:nvSpPr>
        <p:spPr>
          <a:xfrm>
            <a:off x="257040" y="1051920"/>
            <a:ext cx="8229240" cy="4381200"/>
          </a:xfrm>
          <a:prstGeom prst="rect">
            <a:avLst/>
          </a:prstGeom>
          <a:noFill/>
          <a:ln w="0">
            <a:noFill/>
          </a:ln>
        </p:spPr>
        <p:style>
          <a:lnRef idx="0"/>
          <a:fillRef idx="0"/>
          <a:effectRef idx="0"/>
          <a:fontRef idx="minor"/>
        </p:style>
        <p:txBody>
          <a:bodyPr lIns="90000" rIns="90000" tIns="45000" bIns="45000" anchor="t">
            <a:noAutofit/>
          </a:bodyPr>
          <a:p>
            <a:pPr>
              <a:lnSpc>
                <a:spcPct val="200000"/>
              </a:lnSpc>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6.1   </a:t>
            </a:r>
            <a:r>
              <a:rPr lang="zh-CN" sz="2400" b="1" u="none" strike="noStrike">
                <a:solidFill>
                  <a:schemeClr val="dk1"/>
                </a:solidFill>
                <a:effectLst/>
                <a:uFillTx/>
                <a:latin typeface="Bodoni MT Black"/>
              </a:rPr>
              <a:t>结构程序设计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6.2   </a:t>
            </a:r>
            <a:r>
              <a:rPr lang="zh-CN" sz="2400" b="1" u="none" strike="noStrike">
                <a:solidFill>
                  <a:schemeClr val="dk1"/>
                </a:solidFill>
                <a:effectLst/>
                <a:uFillTx/>
                <a:latin typeface="Bodoni MT Black"/>
              </a:rPr>
              <a:t>人机界面设计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6.3   </a:t>
            </a:r>
            <a:r>
              <a:rPr lang="zh-CN" sz="2400" b="1" u="none" strike="noStrike">
                <a:solidFill>
                  <a:schemeClr val="dk1"/>
                </a:solidFill>
                <a:effectLst/>
                <a:uFillTx/>
                <a:latin typeface="Bodoni MT Black"/>
              </a:rPr>
              <a:t>数据设计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6.4   </a:t>
            </a:r>
            <a:r>
              <a:rPr lang="zh-CN" sz="2400" b="1" u="none" strike="noStrike">
                <a:solidFill>
                  <a:schemeClr val="dk1"/>
                </a:solidFill>
                <a:effectLst/>
                <a:uFillTx/>
                <a:latin typeface="Bodoni MT Black"/>
              </a:rPr>
              <a:t>过程设计的工具</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6.5   </a:t>
            </a:r>
            <a:r>
              <a:rPr lang="zh-CN" sz="2400" b="1" u="none" strike="noStrike">
                <a:solidFill>
                  <a:schemeClr val="dk1"/>
                </a:solidFill>
                <a:effectLst/>
                <a:uFillTx/>
                <a:latin typeface="Bodoni MT Black"/>
              </a:rPr>
              <a:t>面向数据结构的设计方法</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6.6   </a:t>
            </a:r>
            <a:r>
              <a:rPr lang="zh-CN" sz="2400" b="1" u="none" strike="noStrike">
                <a:solidFill>
                  <a:schemeClr val="dk1"/>
                </a:solidFill>
                <a:effectLst/>
                <a:uFillTx/>
                <a:latin typeface="Bodoni MT Black"/>
              </a:rPr>
              <a:t>程序复杂程度的定量度量</a:t>
            </a:r>
            <a:endParaRPr lang="en-US" sz="2400" b="0" u="none" strike="noStrike">
              <a:solidFill>
                <a:srgbClr val="000000"/>
              </a:solidFill>
              <a:effectLst/>
              <a:uFillTx/>
              <a:latin typeface="Arial"/>
            </a:endParaRPr>
          </a:p>
          <a:p>
            <a:pPr>
              <a:lnSpc>
                <a:spcPct val="200000"/>
              </a:lnSpc>
              <a:spcBef>
                <a:spcPts val="1199"/>
              </a:spcBef>
              <a:tabLst>
                <a:tab algn="l" pos="0"/>
              </a:tabLst>
            </a:pPr>
            <a:endParaRPr lang="en-US" sz="24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ea typeface="黑体"/>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6.3 </a:t>
            </a:r>
            <a:r>
              <a:rPr lang="zh-CN" sz="4400" b="1" u="none" strike="noStrike">
                <a:solidFill>
                  <a:schemeClr val="dk1"/>
                </a:solidFill>
                <a:effectLst/>
                <a:uFillTx/>
                <a:latin typeface="Bodoni MT Black"/>
              </a:rPr>
              <a:t>数据设计</a:t>
            </a:r>
            <a:endParaRPr lang="es-ES" sz="4400" b="0" u="none" strike="noStrike">
              <a:solidFill>
                <a:schemeClr val="dk1"/>
              </a:solidFill>
              <a:effectLst/>
              <a:uFillTx/>
              <a:latin typeface="Arial"/>
            </a:endParaRPr>
          </a:p>
        </p:txBody>
      </p:sp>
      <p:sp>
        <p:nvSpPr>
          <p:cNvPr id="173" name="PlaceHolder 2"/>
          <p:cNvSpPr>
            <a:spLocks noGrp="1"/>
          </p:cNvSpPr>
          <p:nvPr>
            <p:ph/>
          </p:nvPr>
        </p:nvSpPr>
        <p:spPr>
          <a:xfrm>
            <a:off x="395280" y="11264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6.3.1 </a:t>
            </a:r>
            <a:r>
              <a:rPr lang="zh-CN" sz="3200" b="1" u="none" strike="noStrike">
                <a:solidFill>
                  <a:schemeClr val="dk1"/>
                </a:solidFill>
                <a:effectLst/>
                <a:uFillTx/>
                <a:latin typeface="Calibri"/>
              </a:rPr>
              <a:t>文件设计</a:t>
            </a:r>
            <a:endParaRPr lang="es-ES" sz="3200" b="0" u="none" strike="noStrike">
              <a:solidFill>
                <a:schemeClr val="dk1"/>
              </a:solidFill>
              <a:effectLst/>
              <a:uFillTx/>
              <a:latin typeface="Calibri"/>
            </a:endParaRPr>
          </a:p>
        </p:txBody>
      </p:sp>
      <p:sp>
        <p:nvSpPr>
          <p:cNvPr id="17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6.3.1 </a:t>
            </a:r>
            <a:r>
              <a:rPr lang="zh-CN" sz="2400" b="0" u="none" strike="noStrike">
                <a:solidFill>
                  <a:srgbClr val="d9d9d9"/>
                </a:solidFill>
                <a:effectLst/>
                <a:uFillTx/>
                <a:latin typeface="Bodoni MT Black"/>
                <a:ea typeface="宋体"/>
              </a:rPr>
              <a:t>文件设计</a:t>
            </a:r>
            <a:endParaRPr lang="en-US" sz="2400" b="0" u="none" strike="noStrike">
              <a:solidFill>
                <a:srgbClr val="000000"/>
              </a:solidFill>
              <a:effectLst/>
              <a:uFillTx/>
              <a:latin typeface="Arial"/>
            </a:endParaRPr>
          </a:p>
        </p:txBody>
      </p:sp>
      <p:sp>
        <p:nvSpPr>
          <p:cNvPr id="175"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76" name="矩形 1"/>
          <p:cNvSpPr/>
          <p:nvPr/>
        </p:nvSpPr>
        <p:spPr>
          <a:xfrm>
            <a:off x="407520" y="1790640"/>
            <a:ext cx="8012880" cy="28620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Arial"/>
              </a:rPr>
              <a:t>以下几种情况适合于选择</a:t>
            </a:r>
            <a:r>
              <a:rPr lang="zh-CN" sz="2400" b="0" u="none" strike="noStrike">
                <a:solidFill>
                  <a:srgbClr val="ff0000"/>
                </a:solidFill>
                <a:effectLst/>
                <a:uFillTx/>
                <a:latin typeface="Arial"/>
              </a:rPr>
              <a:t>文件</a:t>
            </a:r>
            <a:r>
              <a:rPr lang="zh-CN" sz="2400" b="0" u="none" strike="noStrike">
                <a:solidFill>
                  <a:schemeClr val="dk1"/>
                </a:solidFill>
                <a:effectLst/>
                <a:uFillTx/>
                <a:latin typeface="Arial"/>
              </a:rPr>
              <a:t>存储。</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数据量较大的非结构化数据，如多媒体信息。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数据量大，信息松散，如历史记录、档案文件等。</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非关系层次化数据，如系统配置文件。</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对数据的存取速度要求极高的情况。</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临时存放的数据。</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6.3 </a:t>
            </a:r>
            <a:r>
              <a:rPr lang="zh-CN" sz="4400" b="1" u="none" strike="noStrike">
                <a:solidFill>
                  <a:schemeClr val="dk1"/>
                </a:solidFill>
                <a:effectLst/>
                <a:uFillTx/>
                <a:latin typeface="Bodoni MT Black"/>
              </a:rPr>
              <a:t>数据设计</a:t>
            </a:r>
            <a:endParaRPr lang="es-ES" sz="4400" b="0" u="none" strike="noStrike">
              <a:solidFill>
                <a:schemeClr val="dk1"/>
              </a:solidFill>
              <a:effectLst/>
              <a:uFillTx/>
              <a:latin typeface="Arial"/>
            </a:endParaRPr>
          </a:p>
        </p:txBody>
      </p:sp>
      <p:sp>
        <p:nvSpPr>
          <p:cNvPr id="17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6.3.1 </a:t>
            </a:r>
            <a:r>
              <a:rPr lang="zh-CN" sz="2400" b="0" u="none" strike="noStrike">
                <a:solidFill>
                  <a:srgbClr val="d9d9d9"/>
                </a:solidFill>
                <a:effectLst/>
                <a:uFillTx/>
                <a:latin typeface="Bodoni MT Black"/>
                <a:ea typeface="宋体"/>
              </a:rPr>
              <a:t>文件设计</a:t>
            </a:r>
            <a:endParaRPr lang="en-US" sz="2400" b="0" u="none" strike="noStrike">
              <a:solidFill>
                <a:srgbClr val="000000"/>
              </a:solidFill>
              <a:effectLst/>
              <a:uFillTx/>
              <a:latin typeface="Arial"/>
            </a:endParaRPr>
          </a:p>
        </p:txBody>
      </p:sp>
      <p:sp>
        <p:nvSpPr>
          <p:cNvPr id="179"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80" name="矩形 1"/>
          <p:cNvSpPr/>
          <p:nvPr/>
        </p:nvSpPr>
        <p:spPr>
          <a:xfrm>
            <a:off x="251640" y="966600"/>
            <a:ext cx="8640720" cy="53240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Arial"/>
              </a:rPr>
              <a:t>根据文件特性，确定文件的组织方式。</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顺序文件</a:t>
            </a:r>
            <a:r>
              <a:rPr lang="zh-CN" sz="2400" b="0" u="none" strike="noStrike">
                <a:solidFill>
                  <a:schemeClr val="dk1"/>
                </a:solidFill>
                <a:effectLst/>
                <a:uFillTx/>
                <a:latin typeface="Arial"/>
              </a:rPr>
              <a:t>：这类文件分两种，连续文件和串联文件。   </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直接存取文件</a:t>
            </a:r>
            <a:r>
              <a:rPr lang="zh-CN" sz="2400" b="0" u="none" strike="noStrike">
                <a:solidFill>
                  <a:schemeClr val="dk1"/>
                </a:solidFill>
                <a:effectLst/>
                <a:uFillTx/>
                <a:latin typeface="Arial"/>
              </a:rPr>
              <a:t>：根据记录关键字的值，通过计算直接得到记录的存放地址。</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索引顺序文件</a:t>
            </a:r>
            <a:r>
              <a:rPr lang="zh-CN" sz="2400" b="0" u="none" strike="noStrike">
                <a:solidFill>
                  <a:schemeClr val="dk1"/>
                </a:solidFill>
                <a:effectLst/>
                <a:uFillTx/>
                <a:latin typeface="Arial"/>
              </a:rPr>
              <a:t>：其基本数据记录按顺序文件组织，记录排列顺序必须按关键字值升序或降序安排，且具有索引部分，索引部分也按同一关键字进行索引。</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分区文件</a:t>
            </a:r>
            <a:r>
              <a:rPr lang="zh-CN" sz="2400" b="0" u="none" strike="noStrike">
                <a:solidFill>
                  <a:schemeClr val="dk1"/>
                </a:solidFill>
                <a:effectLst/>
                <a:uFillTx/>
                <a:latin typeface="Arial"/>
              </a:rPr>
              <a:t>：主要用于存放程序。它由若干称为成员的顺序组织的记录组和索引组成。</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虚拟存储文件</a:t>
            </a:r>
            <a:r>
              <a:rPr lang="zh-CN" sz="2400" b="0" u="none" strike="noStrike">
                <a:solidFill>
                  <a:schemeClr val="dk1"/>
                </a:solidFill>
                <a:effectLst/>
                <a:uFillTx/>
                <a:latin typeface="Arial"/>
              </a:rPr>
              <a:t>：基于操作系统的请求页式存储管理功能而建立的索引顺序文件。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6.3 </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endParaRPr lang="es-ES" sz="4400" b="0" u="none" strike="noStrike">
              <a:solidFill>
                <a:schemeClr val="dk1"/>
              </a:solidFill>
              <a:effectLst/>
              <a:uFillTx/>
              <a:latin typeface="Arial"/>
            </a:endParaRPr>
          </a:p>
        </p:txBody>
      </p:sp>
      <p:sp>
        <p:nvSpPr>
          <p:cNvPr id="182" name="PlaceHolder 2"/>
          <p:cNvSpPr>
            <a:spLocks noGrp="1"/>
          </p:cNvSpPr>
          <p:nvPr>
            <p:ph/>
          </p:nvPr>
        </p:nvSpPr>
        <p:spPr>
          <a:xfrm>
            <a:off x="395280" y="10238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6.3.2 </a:t>
            </a:r>
            <a:r>
              <a:rPr lang="zh-CN" sz="3200" b="1" u="none" strike="noStrike">
                <a:solidFill>
                  <a:schemeClr val="dk1"/>
                </a:solidFill>
                <a:effectLst/>
                <a:uFillTx/>
                <a:latin typeface="Bodoni MT Black"/>
              </a:rPr>
              <a:t>数据库设计</a:t>
            </a:r>
            <a:endParaRPr lang="es-ES" sz="3200" b="0" u="none" strike="noStrike">
              <a:solidFill>
                <a:schemeClr val="dk1"/>
              </a:solidFill>
              <a:effectLst/>
              <a:uFillTx/>
              <a:latin typeface="Calibri"/>
            </a:endParaRPr>
          </a:p>
        </p:txBody>
      </p:sp>
      <p:sp>
        <p:nvSpPr>
          <p:cNvPr id="18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6.3.2 </a:t>
            </a:r>
            <a:r>
              <a:rPr lang="zh-CN" sz="2400" b="0" u="none" strike="noStrike">
                <a:solidFill>
                  <a:srgbClr val="d9d9d9"/>
                </a:solidFill>
                <a:effectLst/>
                <a:uFillTx/>
                <a:latin typeface="Bodoni MT Black"/>
                <a:ea typeface="宋体"/>
              </a:rPr>
              <a:t>数据库设计</a:t>
            </a:r>
            <a:endParaRPr lang="en-US" sz="2400" b="0" u="none" strike="noStrike">
              <a:solidFill>
                <a:srgbClr val="000000"/>
              </a:solidFill>
              <a:effectLst/>
              <a:uFillTx/>
              <a:latin typeface="Arial"/>
            </a:endParaRPr>
          </a:p>
        </p:txBody>
      </p:sp>
      <p:sp>
        <p:nvSpPr>
          <p:cNvPr id="184"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85" name="矩形 2"/>
          <p:cNvSpPr/>
          <p:nvPr/>
        </p:nvSpPr>
        <p:spPr>
          <a:xfrm>
            <a:off x="370800" y="1665720"/>
            <a:ext cx="8253720" cy="33235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根据数据库的组织，可以将数据库分为</a:t>
            </a:r>
            <a:r>
              <a:rPr lang="zh-CN" sz="2400" b="0" u="none" strike="noStrike">
                <a:solidFill>
                  <a:srgbClr val="0070c0"/>
                </a:solidFill>
                <a:effectLst/>
                <a:uFillTx/>
                <a:latin typeface="Arial"/>
              </a:rPr>
              <a:t>网状数据库</a:t>
            </a:r>
            <a:r>
              <a:rPr lang="zh-CN" sz="2400" b="0" u="none" strike="noStrike">
                <a:solidFill>
                  <a:schemeClr val="dk1"/>
                </a:solidFill>
                <a:effectLst/>
                <a:uFillTx/>
                <a:latin typeface="Arial"/>
              </a:rPr>
              <a:t>、</a:t>
            </a:r>
            <a:r>
              <a:rPr lang="zh-CN" sz="2400" b="0" u="none" strike="noStrike">
                <a:solidFill>
                  <a:srgbClr val="0070c0"/>
                </a:solidFill>
                <a:effectLst/>
                <a:uFillTx/>
                <a:latin typeface="Arial"/>
              </a:rPr>
              <a:t>层次数据库</a:t>
            </a:r>
            <a:r>
              <a:rPr lang="zh-CN" sz="2400" b="0" u="none" strike="noStrike">
                <a:solidFill>
                  <a:schemeClr val="dk1"/>
                </a:solidFill>
                <a:effectLst/>
                <a:uFillTx/>
                <a:latin typeface="Arial"/>
              </a:rPr>
              <a:t>、</a:t>
            </a:r>
            <a:r>
              <a:rPr lang="zh-CN" sz="2400" b="0" u="none" strike="noStrike">
                <a:solidFill>
                  <a:srgbClr val="0070c0"/>
                </a:solidFill>
                <a:effectLst/>
                <a:uFillTx/>
                <a:latin typeface="Arial"/>
              </a:rPr>
              <a:t>关系数据库</a:t>
            </a:r>
            <a:r>
              <a:rPr lang="zh-CN" sz="2400" b="0" u="none" strike="noStrike">
                <a:solidFill>
                  <a:schemeClr val="dk1"/>
                </a:solidFill>
                <a:effectLst/>
                <a:uFillTx/>
                <a:latin typeface="Arial"/>
              </a:rPr>
              <a:t>、</a:t>
            </a:r>
            <a:r>
              <a:rPr lang="zh-CN" sz="2400" b="0" u="none" strike="noStrike">
                <a:solidFill>
                  <a:srgbClr val="0070c0"/>
                </a:solidFill>
                <a:effectLst/>
                <a:uFillTx/>
                <a:latin typeface="Arial"/>
              </a:rPr>
              <a:t>面向对象数据库</a:t>
            </a:r>
            <a:r>
              <a:rPr lang="zh-CN" sz="2400" b="0" u="none" strike="noStrike">
                <a:solidFill>
                  <a:schemeClr val="dk1"/>
                </a:solidFill>
                <a:effectLst/>
                <a:uFillTx/>
                <a:latin typeface="Arial"/>
              </a:rPr>
              <a:t>、</a:t>
            </a:r>
            <a:r>
              <a:rPr lang="zh-CN" sz="2400" b="0" u="none" strike="noStrike">
                <a:solidFill>
                  <a:srgbClr val="0070c0"/>
                </a:solidFill>
                <a:effectLst/>
                <a:uFillTx/>
                <a:latin typeface="Arial"/>
              </a:rPr>
              <a:t>文档数据库</a:t>
            </a:r>
            <a:r>
              <a:rPr lang="zh-CN" sz="2400" b="0" u="none" strike="noStrike">
                <a:solidFill>
                  <a:schemeClr val="dk1"/>
                </a:solidFill>
                <a:effectLst/>
                <a:uFillTx/>
                <a:latin typeface="Arial"/>
              </a:rPr>
              <a:t>、</a:t>
            </a:r>
            <a:r>
              <a:rPr lang="zh-CN" sz="2400" b="0" u="none" strike="noStrike">
                <a:solidFill>
                  <a:srgbClr val="0070c0"/>
                </a:solidFill>
                <a:effectLst/>
                <a:uFillTx/>
                <a:latin typeface="Arial"/>
              </a:rPr>
              <a:t>多维数据库</a:t>
            </a:r>
            <a:r>
              <a:rPr lang="zh-CN" sz="2400" b="0" u="none" strike="noStrike">
                <a:solidFill>
                  <a:schemeClr val="dk1"/>
                </a:solidFill>
                <a:effectLst/>
                <a:uFillTx/>
                <a:latin typeface="Arial"/>
              </a:rPr>
              <a:t>等。</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关系数据库</a:t>
            </a:r>
            <a:r>
              <a:rPr lang="zh-CN" sz="2400" b="0" u="none" strike="noStrike">
                <a:solidFill>
                  <a:schemeClr val="dk1"/>
                </a:solidFill>
                <a:effectLst/>
                <a:uFillTx/>
                <a:latin typeface="Arial"/>
              </a:rPr>
              <a:t>最成熟，应用也最广泛，一般情况下，大多数设计者都会选择关系数据库。</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在结构化设计方法中，很容易将结构化分析阶段建立的实体</a:t>
            </a:r>
            <a:r>
              <a:rPr lang="en-US" sz="2400" b="0" u="none" strike="noStrike">
                <a:solidFill>
                  <a:schemeClr val="dk1"/>
                </a:solidFill>
                <a:effectLst/>
                <a:uFillTx/>
                <a:latin typeface="Arial"/>
              </a:rPr>
              <a:t>—关系模型映射到关系数据库中。</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6.3 </a:t>
            </a:r>
            <a:r>
              <a:rPr lang="zh-CN" sz="4400" b="1" u="none" strike="noStrike">
                <a:solidFill>
                  <a:schemeClr val="dk1"/>
                </a:solidFill>
                <a:effectLst/>
                <a:uFillTx/>
                <a:latin typeface="Bodoni MT Black"/>
              </a:rPr>
              <a:t>数据设计</a:t>
            </a:r>
            <a:endParaRPr lang="es-ES" sz="4400" b="0" u="none" strike="noStrike">
              <a:solidFill>
                <a:schemeClr val="dk1"/>
              </a:solidFill>
              <a:effectLst/>
              <a:uFillTx/>
              <a:latin typeface="Arial"/>
            </a:endParaRPr>
          </a:p>
        </p:txBody>
      </p:sp>
      <p:sp>
        <p:nvSpPr>
          <p:cNvPr id="18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6.3.2 </a:t>
            </a:r>
            <a:r>
              <a:rPr lang="zh-CN" sz="2400" b="0" u="none" strike="noStrike">
                <a:solidFill>
                  <a:srgbClr val="d9d9d9"/>
                </a:solidFill>
                <a:effectLst/>
                <a:uFillTx/>
                <a:latin typeface="Bodoni MT Black"/>
                <a:ea typeface="宋体"/>
              </a:rPr>
              <a:t>数据库设计</a:t>
            </a:r>
            <a:endParaRPr lang="en-US" sz="2400" b="0" u="none" strike="noStrike">
              <a:solidFill>
                <a:srgbClr val="000000"/>
              </a:solidFill>
              <a:effectLst/>
              <a:uFillTx/>
              <a:latin typeface="Arial"/>
            </a:endParaRPr>
          </a:p>
        </p:txBody>
      </p:sp>
      <p:sp>
        <p:nvSpPr>
          <p:cNvPr id="188"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89" name="矩形 3"/>
          <p:cNvSpPr/>
          <p:nvPr/>
        </p:nvSpPr>
        <p:spPr>
          <a:xfrm>
            <a:off x="251640" y="1052640"/>
            <a:ext cx="8568720" cy="3477600"/>
          </a:xfrm>
          <a:prstGeom prst="rect">
            <a:avLst/>
          </a:prstGeom>
          <a:noFill/>
          <a:ln w="0">
            <a:noFill/>
          </a:ln>
        </p:spPr>
        <p:style>
          <a:lnRef idx="0"/>
          <a:fillRef idx="0"/>
          <a:effectRef idx="0"/>
          <a:fontRef idx="minor"/>
        </p:style>
        <p:txBody>
          <a:bodyPr lIns="90000" rIns="90000" tIns="45000" bIns="45000" anchor="t">
            <a:spAutoFit/>
          </a:bodyPr>
          <a:p>
            <a:pPr>
              <a:lnSpc>
                <a:spcPct val="125000"/>
              </a:lnSpc>
              <a:spcAft>
                <a:spcPts val="601"/>
              </a:spcAft>
            </a:pPr>
            <a:r>
              <a:rPr lang="zh-CN" sz="2800" b="1" u="none" strike="noStrike">
                <a:solidFill>
                  <a:schemeClr val="dk1"/>
                </a:solidFill>
                <a:effectLst/>
                <a:uFillTx/>
                <a:latin typeface="Arial"/>
              </a:rPr>
              <a:t>数据对象实体的映射</a:t>
            </a:r>
            <a:endParaRPr lang="en-US" sz="28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Arial"/>
              </a:rPr>
              <a:t>一个数据对象（实体）可以映射为一个表或多个表，当分解为多个表时，可以采用</a:t>
            </a:r>
            <a:r>
              <a:rPr lang="zh-CN" sz="2400" b="0" u="none" strike="noStrike">
                <a:solidFill>
                  <a:srgbClr val="ff0000"/>
                </a:solidFill>
                <a:effectLst/>
                <a:uFillTx/>
                <a:latin typeface="Arial"/>
              </a:rPr>
              <a:t>横切</a:t>
            </a:r>
            <a:r>
              <a:rPr lang="zh-CN" sz="2400" b="0" u="none" strike="noStrike">
                <a:solidFill>
                  <a:schemeClr val="dk1"/>
                </a:solidFill>
                <a:effectLst/>
                <a:uFillTx/>
                <a:latin typeface="Arial"/>
              </a:rPr>
              <a:t>和</a:t>
            </a:r>
            <a:r>
              <a:rPr lang="zh-CN" sz="2400" b="0" u="none" strike="noStrike">
                <a:solidFill>
                  <a:srgbClr val="ff0000"/>
                </a:solidFill>
                <a:effectLst/>
                <a:uFillTx/>
                <a:latin typeface="Arial"/>
              </a:rPr>
              <a:t>竖切</a:t>
            </a:r>
            <a:r>
              <a:rPr lang="zh-CN" sz="2400" b="0" u="none" strike="noStrike">
                <a:solidFill>
                  <a:schemeClr val="dk1"/>
                </a:solidFill>
                <a:effectLst/>
                <a:uFillTx/>
                <a:latin typeface="Arial"/>
              </a:rPr>
              <a:t>的方法。</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竖切</a:t>
            </a:r>
            <a:r>
              <a:rPr lang="zh-CN" sz="2400" b="0" u="none" strike="noStrike">
                <a:solidFill>
                  <a:schemeClr val="dk1"/>
                </a:solidFill>
                <a:effectLst/>
                <a:uFillTx/>
                <a:latin typeface="Arial"/>
              </a:rPr>
              <a:t>常用于</a:t>
            </a:r>
            <a:r>
              <a:rPr lang="zh-CN" sz="2400" b="0" u="none" strike="noStrike">
                <a:solidFill>
                  <a:srgbClr val="0070c0"/>
                </a:solidFill>
                <a:effectLst/>
                <a:uFillTx/>
                <a:latin typeface="Arial"/>
              </a:rPr>
              <a:t>实例较少而属性很多</a:t>
            </a:r>
            <a:r>
              <a:rPr lang="zh-CN" sz="2400" b="0" u="none" strike="noStrike">
                <a:solidFill>
                  <a:schemeClr val="dk1"/>
                </a:solidFill>
                <a:effectLst/>
                <a:uFillTx/>
                <a:latin typeface="Arial"/>
              </a:rPr>
              <a:t>的对象。通常将经常使用的属性放在主表中，而将其他一些次要的属性放到其他表中。</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横切</a:t>
            </a:r>
            <a:r>
              <a:rPr lang="zh-CN" sz="2400" b="0" u="none" strike="noStrike">
                <a:solidFill>
                  <a:schemeClr val="dk1"/>
                </a:solidFill>
                <a:effectLst/>
                <a:uFillTx/>
                <a:latin typeface="Arial"/>
              </a:rPr>
              <a:t>常常用于记录与</a:t>
            </a:r>
            <a:r>
              <a:rPr lang="zh-CN" sz="2400" b="0" u="none" strike="noStrike">
                <a:solidFill>
                  <a:srgbClr val="0070c0"/>
                </a:solidFill>
                <a:effectLst/>
                <a:uFillTx/>
                <a:latin typeface="Arial"/>
              </a:rPr>
              <a:t>时间相关</a:t>
            </a:r>
            <a:r>
              <a:rPr lang="zh-CN" sz="2400" b="0" u="none" strike="noStrike">
                <a:solidFill>
                  <a:schemeClr val="dk1"/>
                </a:solidFill>
                <a:effectLst/>
                <a:uFillTx/>
                <a:latin typeface="Arial"/>
              </a:rPr>
              <a:t>的对象。往往在主表中只记录最近的对象，而将以前的记录转到对应的历史表中。</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6.3 </a:t>
            </a:r>
            <a:r>
              <a:rPr lang="zh-CN" sz="4400" b="1" u="none" strike="noStrike">
                <a:solidFill>
                  <a:schemeClr val="dk1"/>
                </a:solidFill>
                <a:effectLst/>
                <a:uFillTx/>
                <a:latin typeface="Bodoni MT Black"/>
              </a:rPr>
              <a:t>数据设计</a:t>
            </a:r>
            <a:endParaRPr lang="es-ES" sz="4400" b="0" u="none" strike="noStrike">
              <a:solidFill>
                <a:schemeClr val="dk1"/>
              </a:solidFill>
              <a:effectLst/>
              <a:uFillTx/>
              <a:latin typeface="Arial"/>
            </a:endParaRPr>
          </a:p>
        </p:txBody>
      </p:sp>
      <p:sp>
        <p:nvSpPr>
          <p:cNvPr id="19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6.3.2 </a:t>
            </a:r>
            <a:r>
              <a:rPr lang="zh-CN" sz="2400" b="0" u="none" strike="noStrike">
                <a:solidFill>
                  <a:srgbClr val="d9d9d9"/>
                </a:solidFill>
                <a:effectLst/>
                <a:uFillTx/>
                <a:latin typeface="Bodoni MT Black"/>
                <a:ea typeface="宋体"/>
              </a:rPr>
              <a:t>数据库设计</a:t>
            </a:r>
            <a:endParaRPr lang="en-US" sz="2400" b="0" u="none" strike="noStrike">
              <a:solidFill>
                <a:srgbClr val="000000"/>
              </a:solidFill>
              <a:effectLst/>
              <a:uFillTx/>
              <a:latin typeface="Arial"/>
            </a:endParaRPr>
          </a:p>
        </p:txBody>
      </p:sp>
      <p:sp>
        <p:nvSpPr>
          <p:cNvPr id="19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193" name="矩形 3"/>
          <p:cNvSpPr/>
          <p:nvPr/>
        </p:nvSpPr>
        <p:spPr>
          <a:xfrm>
            <a:off x="251640" y="1052640"/>
            <a:ext cx="8568720" cy="4401000"/>
          </a:xfrm>
          <a:prstGeom prst="rect">
            <a:avLst/>
          </a:prstGeom>
          <a:noFill/>
          <a:ln w="0">
            <a:noFill/>
          </a:ln>
        </p:spPr>
        <p:style>
          <a:lnRef idx="0"/>
          <a:fillRef idx="0"/>
          <a:effectRef idx="0"/>
          <a:fontRef idx="minor"/>
        </p:style>
        <p:txBody>
          <a:bodyPr lIns="90000" rIns="90000" tIns="45000" bIns="45000" anchor="t">
            <a:spAutoFit/>
          </a:bodyPr>
          <a:p>
            <a:pPr>
              <a:lnSpc>
                <a:spcPct val="125000"/>
              </a:lnSpc>
              <a:spcAft>
                <a:spcPts val="601"/>
              </a:spcAft>
            </a:pPr>
            <a:r>
              <a:rPr lang="zh-CN" sz="2800" b="1" u="none" strike="noStrike">
                <a:solidFill>
                  <a:schemeClr val="dk1"/>
                </a:solidFill>
                <a:effectLst/>
                <a:uFillTx/>
                <a:latin typeface="Arial"/>
              </a:rPr>
              <a:t>关系的映射</a:t>
            </a:r>
            <a:endParaRPr lang="en-US" sz="28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一对一关系的映射</a:t>
            </a:r>
            <a:r>
              <a:rPr lang="zh-CN" sz="2400" b="0" u="none" strike="noStrike">
                <a:solidFill>
                  <a:schemeClr val="dk1"/>
                </a:solidFill>
                <a:effectLst/>
                <a:uFillTx/>
                <a:latin typeface="Arial"/>
              </a:rPr>
              <a:t>：可以在两个表中都引入</a:t>
            </a:r>
            <a:r>
              <a:rPr lang="zh-CN" sz="2400" b="0" u="none" strike="noStrike">
                <a:solidFill>
                  <a:srgbClr val="0070c0"/>
                </a:solidFill>
                <a:effectLst/>
                <a:uFillTx/>
                <a:latin typeface="Arial"/>
              </a:rPr>
              <a:t>外键</a:t>
            </a:r>
            <a:r>
              <a:rPr lang="zh-CN" sz="2400" b="0" u="none" strike="noStrike">
                <a:solidFill>
                  <a:schemeClr val="dk1"/>
                </a:solidFill>
                <a:effectLst/>
                <a:uFillTx/>
                <a:latin typeface="Arial"/>
              </a:rPr>
              <a:t>，进行双向导航。也可以将两个数据对象组合成一张单独的表。</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一对多关系的映射</a:t>
            </a:r>
            <a:r>
              <a:rPr lang="zh-CN" sz="2400" b="0" u="none" strike="noStrike">
                <a:solidFill>
                  <a:schemeClr val="dk1"/>
                </a:solidFill>
                <a:effectLst/>
                <a:uFillTx/>
                <a:latin typeface="Arial"/>
              </a:rPr>
              <a:t>：可以将关联中的</a:t>
            </a:r>
            <a:r>
              <a:rPr lang="en-US" sz="2400" b="0" u="none" strike="noStrike">
                <a:solidFill>
                  <a:srgbClr val="0070c0"/>
                </a:solidFill>
                <a:effectLst/>
                <a:uFillTx/>
                <a:latin typeface="Arial"/>
              </a:rPr>
              <a:t>“一”端</a:t>
            </a:r>
            <a:r>
              <a:rPr lang="zh-CN" sz="2400" b="0" u="none" strike="noStrike">
                <a:solidFill>
                  <a:schemeClr val="dk1"/>
                </a:solidFill>
                <a:effectLst/>
                <a:uFillTx/>
                <a:latin typeface="Arial"/>
              </a:rPr>
              <a:t>毫无变化地映射到</a:t>
            </a:r>
            <a:r>
              <a:rPr lang="zh-CN" sz="2400" b="0" u="none" strike="noStrike">
                <a:solidFill>
                  <a:srgbClr val="0070c0"/>
                </a:solidFill>
                <a:effectLst/>
                <a:uFillTx/>
                <a:latin typeface="Arial"/>
              </a:rPr>
              <a:t>一张表</a:t>
            </a:r>
            <a:r>
              <a:rPr lang="zh-CN" sz="2400" b="0" u="none" strike="noStrike">
                <a:solidFill>
                  <a:schemeClr val="dk1"/>
                </a:solidFill>
                <a:effectLst/>
                <a:uFillTx/>
                <a:latin typeface="Arial"/>
              </a:rPr>
              <a:t>，将关联中表示</a:t>
            </a:r>
            <a:r>
              <a:rPr lang="en-US" sz="2400" b="0" u="none" strike="noStrike">
                <a:solidFill>
                  <a:srgbClr val="0070c0"/>
                </a:solidFill>
                <a:effectLst/>
                <a:uFillTx/>
                <a:latin typeface="Arial"/>
              </a:rPr>
              <a:t>“多”端</a:t>
            </a:r>
            <a:r>
              <a:rPr lang="zh-CN" sz="2400" b="0" u="none" strike="noStrike">
                <a:solidFill>
                  <a:schemeClr val="dk1"/>
                </a:solidFill>
                <a:effectLst/>
                <a:uFillTx/>
                <a:latin typeface="Arial"/>
              </a:rPr>
              <a:t>上的数据对象映射到</a:t>
            </a:r>
            <a:r>
              <a:rPr lang="zh-CN" sz="2400" b="0" u="none" strike="noStrike">
                <a:solidFill>
                  <a:srgbClr val="0070c0"/>
                </a:solidFill>
                <a:effectLst/>
                <a:uFillTx/>
                <a:latin typeface="Arial"/>
              </a:rPr>
              <a:t>带有外键的另一张表</a:t>
            </a:r>
            <a:r>
              <a:rPr lang="zh-CN" sz="2400" b="0" u="none" strike="noStrike">
                <a:solidFill>
                  <a:schemeClr val="dk1"/>
                </a:solidFill>
                <a:effectLst/>
                <a:uFillTx/>
                <a:latin typeface="Arial"/>
              </a:rPr>
              <a:t>，使外键满足关系引用的完整性。</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多对多关系的映射</a:t>
            </a:r>
            <a:r>
              <a:rPr lang="zh-CN" sz="2400" b="0" u="none" strike="noStrike">
                <a:solidFill>
                  <a:schemeClr val="dk1"/>
                </a:solidFill>
                <a:effectLst/>
                <a:uFillTx/>
                <a:latin typeface="Arial"/>
              </a:rPr>
              <a:t>：为了表示多对多关系，关系模型必须引入一个</a:t>
            </a:r>
            <a:r>
              <a:rPr lang="zh-CN" sz="2400" b="0" u="none" strike="noStrike">
                <a:solidFill>
                  <a:srgbClr val="0070c0"/>
                </a:solidFill>
                <a:effectLst/>
                <a:uFillTx/>
                <a:latin typeface="Arial"/>
              </a:rPr>
              <a:t>关联表</a:t>
            </a:r>
            <a:r>
              <a:rPr lang="zh-CN" sz="2400" b="0" u="none" strike="noStrike">
                <a:solidFill>
                  <a:schemeClr val="dk1"/>
                </a:solidFill>
                <a:effectLst/>
                <a:uFillTx/>
                <a:latin typeface="Arial"/>
              </a:rPr>
              <a:t>，将两个数据实体之间的多对多关系转换成两个一对多关系。</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1 Título"/>
          <p:cNvSpPr/>
          <p:nvPr/>
        </p:nvSpPr>
        <p:spPr>
          <a:xfrm>
            <a:off x="739800" y="189000"/>
            <a:ext cx="7648200" cy="863280"/>
          </a:xfrm>
          <a:prstGeom prst="rect">
            <a:avLst/>
          </a:prstGeom>
          <a:noFill/>
          <a:ln w="9525">
            <a:noFill/>
          </a:ln>
        </p:spPr>
        <p:style>
          <a:lnRef idx="0"/>
          <a:fillRef idx="0"/>
          <a:effectRef idx="0"/>
          <a:fontRef idx="minor"/>
        </p:style>
        <p:txBody>
          <a:bodyPr lIns="90000" rIns="90000" tIns="45000" bIns="45000" anchor="ctr">
            <a:noAutofit/>
          </a:bodyPr>
          <a:p>
            <a:pPr algn="ctr">
              <a:lnSpc>
                <a:spcPts val="5763"/>
              </a:lnSpc>
            </a:pPr>
            <a:r>
              <a:rPr lang="zh-CN" sz="5400" b="1" u="none" strike="noStrike">
                <a:solidFill>
                  <a:schemeClr val="dk1"/>
                </a:solidFill>
                <a:effectLst/>
                <a:uFillTx/>
                <a:latin typeface="Bodoni MT Black"/>
                <a:ea typeface="宋体"/>
              </a:rPr>
              <a:t>主要内容</a:t>
            </a:r>
            <a:endParaRPr lang="en-US" sz="5400" b="0" u="none" strike="noStrike">
              <a:solidFill>
                <a:srgbClr val="000000"/>
              </a:solidFill>
              <a:effectLst/>
              <a:uFillTx/>
              <a:latin typeface="Arial"/>
            </a:endParaRPr>
          </a:p>
        </p:txBody>
      </p:sp>
      <p:sp>
        <p:nvSpPr>
          <p:cNvPr id="195"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19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6.3   </a:t>
            </a:r>
            <a:r>
              <a:rPr lang="zh-CN" sz="2400" b="0" u="none" strike="noStrike">
                <a:solidFill>
                  <a:srgbClr val="d9d9d9"/>
                </a:solidFill>
                <a:effectLst/>
                <a:uFillTx/>
                <a:latin typeface="Bodoni MT Black"/>
                <a:ea typeface="宋体"/>
              </a:rPr>
              <a:t>过程设计的工具</a:t>
            </a:r>
            <a:endParaRPr lang="en-US" sz="2400" b="0" u="none" strike="noStrike">
              <a:solidFill>
                <a:srgbClr val="000000"/>
              </a:solidFill>
              <a:effectLst/>
              <a:uFillTx/>
              <a:latin typeface="Arial"/>
            </a:endParaRPr>
          </a:p>
        </p:txBody>
      </p:sp>
      <p:pic>
        <p:nvPicPr>
          <p:cNvPr id="197"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198"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199"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00" name="TextBox 4"/>
          <p:cNvSpPr/>
          <p:nvPr/>
        </p:nvSpPr>
        <p:spPr>
          <a:xfrm>
            <a:off x="1000080" y="34282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01" name="TextBox 5"/>
          <p:cNvSpPr/>
          <p:nvPr/>
        </p:nvSpPr>
        <p:spPr>
          <a:xfrm>
            <a:off x="785520" y="36352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02"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03"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204" name="矩形 13"/>
          <p:cNvSpPr/>
          <p:nvPr/>
        </p:nvSpPr>
        <p:spPr>
          <a:xfrm>
            <a:off x="647280" y="342252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05" name="等腰三角形 14"/>
          <p:cNvSpPr/>
          <p:nvPr/>
        </p:nvSpPr>
        <p:spPr>
          <a:xfrm rot="5400000">
            <a:off x="55080" y="350784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06" name="Rectangle 3"/>
          <p:cNvSpPr/>
          <p:nvPr/>
        </p:nvSpPr>
        <p:spPr>
          <a:xfrm>
            <a:off x="257040" y="1051920"/>
            <a:ext cx="8229240" cy="4381200"/>
          </a:xfrm>
          <a:prstGeom prst="rect">
            <a:avLst/>
          </a:prstGeom>
          <a:noFill/>
          <a:ln w="0">
            <a:noFill/>
          </a:ln>
        </p:spPr>
        <p:style>
          <a:lnRef idx="0"/>
          <a:fillRef idx="0"/>
          <a:effectRef idx="0"/>
          <a:fontRef idx="minor"/>
        </p:style>
        <p:txBody>
          <a:bodyPr lIns="90000" rIns="90000" tIns="45000" bIns="45000" anchor="t">
            <a:noAutofit/>
          </a:bodyPr>
          <a:p>
            <a:pPr>
              <a:lnSpc>
                <a:spcPct val="200000"/>
              </a:lnSpc>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6.1   </a:t>
            </a:r>
            <a:r>
              <a:rPr lang="zh-CN" sz="2400" b="1" u="none" strike="noStrike">
                <a:solidFill>
                  <a:schemeClr val="dk1"/>
                </a:solidFill>
                <a:effectLst/>
                <a:uFillTx/>
                <a:latin typeface="Bodoni MT Black"/>
              </a:rPr>
              <a:t>结构程序设计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6.2   </a:t>
            </a:r>
            <a:r>
              <a:rPr lang="zh-CN" sz="2400" b="1" u="none" strike="noStrike">
                <a:solidFill>
                  <a:schemeClr val="dk1"/>
                </a:solidFill>
                <a:effectLst/>
                <a:uFillTx/>
                <a:latin typeface="Bodoni MT Black"/>
              </a:rPr>
              <a:t>人机界面设计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6.3   </a:t>
            </a:r>
            <a:r>
              <a:rPr lang="zh-CN" sz="2400" b="1" u="none" strike="noStrike">
                <a:solidFill>
                  <a:schemeClr val="dk1"/>
                </a:solidFill>
                <a:effectLst/>
                <a:uFillTx/>
                <a:latin typeface="Bodoni MT Black"/>
              </a:rPr>
              <a:t>数据设计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6.4   </a:t>
            </a:r>
            <a:r>
              <a:rPr lang="zh-CN" sz="2400" b="1" u="none" strike="noStrike">
                <a:solidFill>
                  <a:schemeClr val="dk1"/>
                </a:solidFill>
                <a:effectLst/>
                <a:uFillTx/>
                <a:latin typeface="Bodoni MT Black"/>
              </a:rPr>
              <a:t>过程设计的工具</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6.5   </a:t>
            </a:r>
            <a:r>
              <a:rPr lang="zh-CN" sz="2400" b="1" u="none" strike="noStrike">
                <a:solidFill>
                  <a:schemeClr val="dk1"/>
                </a:solidFill>
                <a:effectLst/>
                <a:uFillTx/>
                <a:latin typeface="Bodoni MT Black"/>
              </a:rPr>
              <a:t>面向数据结构的设计方法</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6.6   </a:t>
            </a:r>
            <a:r>
              <a:rPr lang="zh-CN" sz="2400" b="1" u="none" strike="noStrike">
                <a:solidFill>
                  <a:schemeClr val="dk1"/>
                </a:solidFill>
                <a:effectLst/>
                <a:uFillTx/>
                <a:latin typeface="Bodoni MT Black"/>
              </a:rPr>
              <a:t>程序复杂程度的定量度量</a:t>
            </a:r>
            <a:endParaRPr lang="en-US" sz="2400" b="0" u="none" strike="noStrike">
              <a:solidFill>
                <a:srgbClr val="000000"/>
              </a:solidFill>
              <a:effectLst/>
              <a:uFillTx/>
              <a:latin typeface="Arial"/>
            </a:endParaRPr>
          </a:p>
          <a:p>
            <a:pPr>
              <a:lnSpc>
                <a:spcPct val="200000"/>
              </a:lnSpc>
              <a:spcBef>
                <a:spcPts val="1199"/>
              </a:spcBef>
              <a:tabLst>
                <a:tab algn="l" pos="0"/>
              </a:tabLst>
            </a:pPr>
            <a:endParaRPr lang="en-US" sz="24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ea typeface="黑体"/>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08" name="PlaceHolder 2"/>
          <p:cNvSpPr>
            <a:spLocks noGrp="1"/>
          </p:cNvSpPr>
          <p:nvPr>
            <p:ph/>
          </p:nvPr>
        </p:nvSpPr>
        <p:spPr>
          <a:xfrm>
            <a:off x="323640" y="8798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6.4.1 </a:t>
            </a:r>
            <a:r>
              <a:rPr lang="zh-CN" sz="3200" b="1" u="none" strike="noStrike">
                <a:solidFill>
                  <a:schemeClr val="dk1"/>
                </a:solidFill>
                <a:effectLst/>
                <a:uFillTx/>
                <a:latin typeface="Bodoni MT Black"/>
              </a:rPr>
              <a:t>程序流程图</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209" name="TextBox 7"/>
          <p:cNvSpPr/>
          <p:nvPr/>
        </p:nvSpPr>
        <p:spPr>
          <a:xfrm>
            <a:off x="347760" y="1413000"/>
            <a:ext cx="8472240" cy="10152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1" u="none" strike="noStrike">
                <a:solidFill>
                  <a:srgbClr val="ff0000"/>
                </a:solidFill>
                <a:effectLst/>
                <a:uFillTx/>
                <a:latin typeface="Bodoni MT Black"/>
                <a:ea typeface="宋体"/>
              </a:rPr>
              <a:t>程序流程图</a:t>
            </a:r>
            <a:r>
              <a:rPr lang="zh-CN" sz="2400" b="1" u="none" strike="noStrike">
                <a:solidFill>
                  <a:schemeClr val="dk1"/>
                </a:solidFill>
                <a:effectLst/>
                <a:uFillTx/>
                <a:latin typeface="Bodoni MT Black"/>
                <a:ea typeface="宋体"/>
              </a:rPr>
              <a:t>又称为程序框图</a:t>
            </a:r>
            <a:r>
              <a:rPr lang="zh-CN" sz="2400" b="0" u="none" strike="noStrike">
                <a:solidFill>
                  <a:schemeClr val="dk1"/>
                </a:solidFill>
                <a:effectLst/>
                <a:uFillTx/>
                <a:latin typeface="Bodoni MT Black"/>
                <a:ea typeface="宋体"/>
              </a:rPr>
              <a:t>，是使用最广泛的描述过程设计的方法。</a:t>
            </a:r>
            <a:endParaRPr lang="en-US" sz="2400" b="0" u="none" strike="noStrike">
              <a:solidFill>
                <a:srgbClr val="000000"/>
              </a:solidFill>
              <a:effectLst/>
              <a:uFillTx/>
              <a:latin typeface="Arial"/>
            </a:endParaRPr>
          </a:p>
        </p:txBody>
      </p:sp>
      <p:pic>
        <p:nvPicPr>
          <p:cNvPr id="210" name="图片 1"/>
          <p:cNvPicPr/>
          <p:nvPr/>
        </p:nvPicPr>
        <p:blipFill>
          <a:blip r:embed="rId1"/>
          <a:stretch/>
        </p:blipFill>
        <p:spPr>
          <a:xfrm>
            <a:off x="3563640" y="2637000"/>
            <a:ext cx="5400360" cy="2247480"/>
          </a:xfrm>
          <a:prstGeom prst="rect">
            <a:avLst/>
          </a:prstGeom>
          <a:noFill/>
          <a:ln w="9525">
            <a:noFill/>
          </a:ln>
        </p:spPr>
      </p:pic>
      <p:sp>
        <p:nvSpPr>
          <p:cNvPr id="21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6.4.1 </a:t>
            </a:r>
            <a:r>
              <a:rPr lang="zh-CN" sz="2400" b="0" u="none" strike="noStrike">
                <a:solidFill>
                  <a:srgbClr val="d9d9d9"/>
                </a:solidFill>
                <a:effectLst/>
                <a:uFillTx/>
                <a:latin typeface="Bodoni MT Black"/>
                <a:ea typeface="宋体"/>
              </a:rPr>
              <a:t>程序流程图</a:t>
            </a:r>
            <a:endParaRPr lang="en-US" sz="2400" b="0" u="none" strike="noStrike">
              <a:solidFill>
                <a:srgbClr val="000000"/>
              </a:solidFill>
              <a:effectLst/>
              <a:uFillTx/>
              <a:latin typeface="Arial"/>
            </a:endParaRPr>
          </a:p>
        </p:txBody>
      </p:sp>
      <p:sp>
        <p:nvSpPr>
          <p:cNvPr id="21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213" name="矩形 1"/>
          <p:cNvSpPr/>
          <p:nvPr/>
        </p:nvSpPr>
        <p:spPr>
          <a:xfrm>
            <a:off x="3563640" y="2637000"/>
            <a:ext cx="2722320" cy="72252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14" name="矩形 8"/>
          <p:cNvSpPr/>
          <p:nvPr/>
        </p:nvSpPr>
        <p:spPr>
          <a:xfrm>
            <a:off x="6348960" y="2642400"/>
            <a:ext cx="2615400" cy="100512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15" name="矩形 9"/>
          <p:cNvSpPr/>
          <p:nvPr/>
        </p:nvSpPr>
        <p:spPr>
          <a:xfrm>
            <a:off x="4562280" y="3467880"/>
            <a:ext cx="1723680" cy="71100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16" name="矩形 10"/>
          <p:cNvSpPr/>
          <p:nvPr/>
        </p:nvSpPr>
        <p:spPr>
          <a:xfrm>
            <a:off x="3583800" y="4245480"/>
            <a:ext cx="1786320" cy="72252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17" name="矩形 11"/>
          <p:cNvSpPr/>
          <p:nvPr/>
        </p:nvSpPr>
        <p:spPr>
          <a:xfrm>
            <a:off x="7256520" y="4316400"/>
            <a:ext cx="800280" cy="5558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18" name="矩形 2"/>
          <p:cNvSpPr/>
          <p:nvPr/>
        </p:nvSpPr>
        <p:spPr>
          <a:xfrm>
            <a:off x="249480" y="2352600"/>
            <a:ext cx="2896560" cy="378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2000" b="0" u="none" strike="noStrike">
                <a:solidFill>
                  <a:schemeClr val="dk1"/>
                </a:solidFill>
                <a:effectLst/>
                <a:uFillTx/>
                <a:latin typeface="Bodoni MT Black"/>
                <a:ea typeface="宋体"/>
              </a:rPr>
              <a:t>程序流程图中使用的符号</a:t>
            </a:r>
            <a:r>
              <a:rPr lang="en-US" sz="2000" b="0" u="none" strike="noStrike">
                <a:solidFill>
                  <a:schemeClr val="dk1"/>
                </a:solidFill>
                <a:effectLst/>
                <a:uFillTx/>
                <a:latin typeface="Bodoni MT Black"/>
                <a:ea typeface="宋体"/>
              </a:rPr>
              <a:t>(a) </a:t>
            </a:r>
            <a:r>
              <a:rPr lang="zh-CN" sz="2000" b="0" u="none" strike="noStrike">
                <a:solidFill>
                  <a:schemeClr val="dk1"/>
                </a:solidFill>
                <a:effectLst/>
                <a:uFillTx/>
                <a:latin typeface="Bodoni MT Black"/>
                <a:ea typeface="宋体"/>
              </a:rPr>
              <a:t>选择（分支）； </a:t>
            </a:r>
            <a:r>
              <a:rPr lang="en-US" sz="2000" b="0" u="none" strike="noStrike">
                <a:solidFill>
                  <a:schemeClr val="dk1"/>
                </a:solidFill>
                <a:effectLst/>
                <a:uFillTx/>
                <a:latin typeface="Bodoni MT Black"/>
                <a:ea typeface="宋体"/>
              </a:rPr>
              <a:t>(b) </a:t>
            </a:r>
            <a:r>
              <a:rPr lang="zh-CN" sz="2000" b="0" u="none" strike="noStrike">
                <a:solidFill>
                  <a:schemeClr val="dk1"/>
                </a:solidFill>
                <a:effectLst/>
                <a:uFillTx/>
                <a:latin typeface="Bodoni MT Black"/>
                <a:ea typeface="宋体"/>
              </a:rPr>
              <a:t>注释； </a:t>
            </a:r>
            <a:r>
              <a:rPr lang="en-US" sz="2000" b="0" u="none" strike="noStrike">
                <a:solidFill>
                  <a:schemeClr val="dk1"/>
                </a:solidFill>
                <a:effectLst/>
                <a:uFillTx/>
                <a:latin typeface="Bodoni MT Black"/>
                <a:ea typeface="宋体"/>
              </a:rPr>
              <a:t>(c) </a:t>
            </a:r>
            <a:r>
              <a:rPr lang="zh-CN" sz="2000" b="0" u="none" strike="noStrike">
                <a:solidFill>
                  <a:schemeClr val="dk1"/>
                </a:solidFill>
                <a:effectLst/>
                <a:uFillTx/>
                <a:latin typeface="Bodoni MT Black"/>
                <a:ea typeface="宋体"/>
              </a:rPr>
              <a:t>预先定义的处理； </a:t>
            </a:r>
            <a:r>
              <a:rPr lang="en-US" sz="2000" b="0" u="none" strike="noStrike">
                <a:solidFill>
                  <a:schemeClr val="dk1"/>
                </a:solidFill>
                <a:effectLst/>
                <a:uFillTx/>
                <a:latin typeface="Bodoni MT Black"/>
                <a:ea typeface="宋体"/>
              </a:rPr>
              <a:t>(d) </a:t>
            </a:r>
            <a:r>
              <a:rPr lang="zh-CN" sz="2000" b="0" u="none" strike="noStrike">
                <a:solidFill>
                  <a:schemeClr val="dk1"/>
                </a:solidFill>
                <a:effectLst/>
                <a:uFillTx/>
                <a:latin typeface="Bodoni MT Black"/>
                <a:ea typeface="宋体"/>
              </a:rPr>
              <a:t>多分支； </a:t>
            </a:r>
            <a:r>
              <a:rPr lang="en-US" sz="2000" b="0" u="none" strike="noStrike">
                <a:solidFill>
                  <a:schemeClr val="dk1"/>
                </a:solidFill>
                <a:effectLst/>
                <a:uFillTx/>
                <a:latin typeface="Bodoni MT Black"/>
                <a:ea typeface="宋体"/>
              </a:rPr>
              <a:t>(e) </a:t>
            </a:r>
            <a:r>
              <a:rPr lang="zh-CN" sz="2000" b="0" u="none" strike="noStrike">
                <a:solidFill>
                  <a:schemeClr val="dk1"/>
                </a:solidFill>
                <a:effectLst/>
                <a:uFillTx/>
                <a:latin typeface="Bodoni MT Black"/>
                <a:ea typeface="宋体"/>
              </a:rPr>
              <a:t>开始或停止； </a:t>
            </a:r>
            <a:r>
              <a:rPr lang="en-US" sz="2000" b="0" u="none" strike="noStrike">
                <a:solidFill>
                  <a:schemeClr val="dk1"/>
                </a:solidFill>
                <a:effectLst/>
                <a:uFillTx/>
                <a:latin typeface="Bodoni MT Black"/>
                <a:ea typeface="宋体"/>
              </a:rPr>
              <a:t>(f) </a:t>
            </a:r>
            <a:r>
              <a:rPr lang="zh-CN" sz="2000" b="0" u="none" strike="noStrike">
                <a:solidFill>
                  <a:schemeClr val="dk1"/>
                </a:solidFill>
                <a:effectLst/>
                <a:uFillTx/>
                <a:latin typeface="Bodoni MT Black"/>
                <a:ea typeface="宋体"/>
              </a:rPr>
              <a:t>准备； </a:t>
            </a:r>
            <a:r>
              <a:rPr lang="en-US" sz="2000" b="0" u="none" strike="noStrike">
                <a:solidFill>
                  <a:schemeClr val="dk1"/>
                </a:solidFill>
                <a:effectLst/>
                <a:uFillTx/>
                <a:latin typeface="Bodoni MT Black"/>
                <a:ea typeface="宋体"/>
              </a:rPr>
              <a:t>(g) </a:t>
            </a:r>
            <a:r>
              <a:rPr lang="zh-CN" sz="2000" b="0" u="none" strike="noStrike">
                <a:solidFill>
                  <a:schemeClr val="dk1"/>
                </a:solidFill>
                <a:effectLst/>
                <a:uFillTx/>
                <a:latin typeface="Bodoni MT Black"/>
                <a:ea typeface="宋体"/>
              </a:rPr>
              <a:t>循环上界限； </a:t>
            </a:r>
            <a:r>
              <a:rPr lang="en-US" sz="2000" b="0" u="none" strike="noStrike">
                <a:solidFill>
                  <a:schemeClr val="dk1"/>
                </a:solidFill>
                <a:effectLst/>
                <a:uFillTx/>
                <a:latin typeface="Bodoni MT Black"/>
                <a:ea typeface="宋体"/>
              </a:rPr>
              <a:t>(h) </a:t>
            </a:r>
            <a:r>
              <a:rPr lang="zh-CN" sz="2000" b="0" u="none" strike="noStrike">
                <a:solidFill>
                  <a:schemeClr val="dk1"/>
                </a:solidFill>
                <a:effectLst/>
                <a:uFillTx/>
                <a:latin typeface="Bodoni MT Black"/>
                <a:ea typeface="宋体"/>
              </a:rPr>
              <a:t>循环下界限； </a:t>
            </a:r>
            <a:r>
              <a:rPr lang="en-US" sz="2000" b="0" u="none" strike="noStrike">
                <a:solidFill>
                  <a:schemeClr val="dk1"/>
                </a:solidFill>
                <a:effectLst/>
                <a:uFillTx/>
                <a:latin typeface="Bodoni MT Black"/>
                <a:ea typeface="宋体"/>
              </a:rPr>
              <a:t>(i) </a:t>
            </a:r>
            <a:r>
              <a:rPr lang="zh-CN" sz="2000" b="0" u="none" strike="noStrike">
                <a:solidFill>
                  <a:schemeClr val="dk1"/>
                </a:solidFill>
                <a:effectLst/>
                <a:uFillTx/>
                <a:latin typeface="Bodoni MT Black"/>
                <a:ea typeface="宋体"/>
              </a:rPr>
              <a:t>虚线； </a:t>
            </a:r>
            <a:r>
              <a:rPr lang="en-US" sz="2000" b="0" u="none" strike="noStrike">
                <a:solidFill>
                  <a:schemeClr val="dk1"/>
                </a:solidFill>
                <a:effectLst/>
                <a:uFillTx/>
                <a:latin typeface="Bodoni MT Black"/>
                <a:ea typeface="宋体"/>
              </a:rPr>
              <a:t>(j) </a:t>
            </a:r>
            <a:r>
              <a:rPr lang="zh-CN" sz="2000" b="0" u="none" strike="noStrike">
                <a:solidFill>
                  <a:schemeClr val="dk1"/>
                </a:solidFill>
                <a:effectLst/>
                <a:uFillTx/>
                <a:latin typeface="Bodoni MT Black"/>
                <a:ea typeface="宋体"/>
              </a:rPr>
              <a:t>省略符； </a:t>
            </a:r>
            <a:r>
              <a:rPr lang="en-US" sz="2000" b="0" u="none" strike="noStrike">
                <a:solidFill>
                  <a:schemeClr val="dk1"/>
                </a:solidFill>
                <a:effectLst/>
                <a:uFillTx/>
                <a:latin typeface="Bodoni MT Black"/>
                <a:ea typeface="宋体"/>
              </a:rPr>
              <a:t>(k) </a:t>
            </a:r>
            <a:r>
              <a:rPr lang="zh-CN" sz="2000" b="0" u="none" strike="noStrike">
                <a:solidFill>
                  <a:schemeClr val="dk1"/>
                </a:solidFill>
                <a:effectLst/>
                <a:uFillTx/>
                <a:latin typeface="Bodoni MT Black"/>
                <a:ea typeface="宋体"/>
              </a:rPr>
              <a:t>并行方式； </a:t>
            </a:r>
            <a:r>
              <a:rPr lang="en-US" sz="2000" b="0" u="none" strike="noStrike">
                <a:solidFill>
                  <a:schemeClr val="dk1"/>
                </a:solidFill>
                <a:effectLst/>
                <a:uFillTx/>
                <a:latin typeface="Bodoni MT Black"/>
                <a:ea typeface="宋体"/>
              </a:rPr>
              <a:t>(l) </a:t>
            </a:r>
            <a:r>
              <a:rPr lang="zh-CN" sz="2000" b="0" u="none" strike="noStrike">
                <a:solidFill>
                  <a:schemeClr val="dk1"/>
                </a:solidFill>
                <a:effectLst/>
                <a:uFillTx/>
                <a:latin typeface="Bodoni MT Black"/>
                <a:ea typeface="宋体"/>
              </a:rPr>
              <a:t>处理； </a:t>
            </a:r>
            <a:r>
              <a:rPr lang="en-US" sz="2000" b="0" u="none" strike="noStrike">
                <a:solidFill>
                  <a:schemeClr val="dk1"/>
                </a:solidFill>
                <a:effectLst/>
                <a:uFillTx/>
                <a:latin typeface="Bodoni MT Black"/>
                <a:ea typeface="宋体"/>
              </a:rPr>
              <a:t>(m) </a:t>
            </a:r>
            <a:r>
              <a:rPr lang="zh-CN" sz="2000" b="0" u="none" strike="noStrike">
                <a:solidFill>
                  <a:schemeClr val="dk1"/>
                </a:solidFill>
                <a:effectLst/>
                <a:uFillTx/>
                <a:latin typeface="Bodoni MT Black"/>
                <a:ea typeface="宋体"/>
              </a:rPr>
              <a:t>输入输出；  </a:t>
            </a:r>
            <a:r>
              <a:rPr lang="en-US" sz="2000" b="0" u="none" strike="noStrike">
                <a:solidFill>
                  <a:schemeClr val="dk1"/>
                </a:solidFill>
                <a:effectLst/>
                <a:uFillTx/>
                <a:latin typeface="Bodoni MT Black"/>
                <a:ea typeface="宋体"/>
              </a:rPr>
              <a:t>(n) </a:t>
            </a:r>
            <a:r>
              <a:rPr lang="zh-CN" sz="2000" b="0" u="none" strike="noStrike">
                <a:solidFill>
                  <a:schemeClr val="dk1"/>
                </a:solidFill>
                <a:effectLst/>
                <a:uFillTx/>
                <a:latin typeface="Bodoni MT Black"/>
                <a:ea typeface="宋体"/>
              </a:rPr>
              <a:t>连接； </a:t>
            </a:r>
            <a:r>
              <a:rPr lang="en-US" sz="2000" b="0" u="none" strike="noStrike">
                <a:solidFill>
                  <a:schemeClr val="dk1"/>
                </a:solidFill>
                <a:effectLst/>
                <a:uFillTx/>
                <a:latin typeface="Bodoni MT Black"/>
                <a:ea typeface="宋体"/>
              </a:rPr>
              <a:t>(o) </a:t>
            </a:r>
            <a:r>
              <a:rPr lang="zh-CN" sz="2000" b="0" u="none" strike="noStrike">
                <a:solidFill>
                  <a:schemeClr val="dk1"/>
                </a:solidFill>
                <a:effectLst/>
                <a:uFillTx/>
                <a:latin typeface="Bodoni MT Black"/>
                <a:ea typeface="宋体"/>
              </a:rPr>
              <a:t>换页连接； </a:t>
            </a:r>
            <a:r>
              <a:rPr lang="en-US" sz="2000" b="0" u="none" strike="noStrike">
                <a:solidFill>
                  <a:schemeClr val="dk1"/>
                </a:solidFill>
                <a:effectLst/>
                <a:uFillTx/>
                <a:latin typeface="Bodoni MT Black"/>
                <a:ea typeface="宋体"/>
              </a:rPr>
              <a:t>(p) </a:t>
            </a:r>
            <a:r>
              <a:rPr lang="zh-CN" sz="2000" b="0" u="none" strike="noStrike">
                <a:solidFill>
                  <a:schemeClr val="dk1"/>
                </a:solidFill>
                <a:effectLst/>
                <a:uFillTx/>
                <a:latin typeface="Bodoni MT Black"/>
                <a:ea typeface="宋体"/>
              </a:rPr>
              <a:t>控制流</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20" name="TextBox 7"/>
          <p:cNvSpPr/>
          <p:nvPr/>
        </p:nvSpPr>
        <p:spPr>
          <a:xfrm>
            <a:off x="179640" y="1340640"/>
            <a:ext cx="8640720" cy="332352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总的趋势是越来越多的人不再使用程序流程图了。程序流程图的主要缺点如下。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程序流程图本质上不是逐步求精的好工具</a:t>
            </a:r>
            <a:r>
              <a:rPr lang="zh-CN" sz="2400" b="0" u="none" strike="noStrike">
                <a:solidFill>
                  <a:schemeClr val="dk1"/>
                </a:solidFill>
                <a:effectLst/>
                <a:uFillTx/>
                <a:latin typeface="Bodoni MT Black"/>
                <a:ea typeface="宋体"/>
              </a:rPr>
              <a:t>，它诱使程序员过早地考虑程序的控制流程，而不去考虑程序的全局结构。</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程序流程图中用箭头代表控制流，因此程序员不受任何约束，</a:t>
            </a:r>
            <a:r>
              <a:rPr lang="zh-CN" sz="2400" b="0" u="none" strike="noStrike">
                <a:solidFill>
                  <a:schemeClr val="dk1"/>
                </a:solidFill>
                <a:effectLst/>
                <a:uFillTx/>
                <a:latin typeface="Bodoni MT Black"/>
                <a:ea typeface="宋体"/>
              </a:rPr>
              <a:t>可以完全不顾结构程序设计的精神，随意转移控制。</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程序流程图不易表示数据结构</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2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6.4.1 </a:t>
            </a:r>
            <a:r>
              <a:rPr lang="zh-CN" sz="2400" b="0" u="none" strike="noStrike">
                <a:solidFill>
                  <a:srgbClr val="d9d9d9"/>
                </a:solidFill>
                <a:effectLst/>
                <a:uFillTx/>
                <a:latin typeface="Bodoni MT Black"/>
                <a:ea typeface="宋体"/>
              </a:rPr>
              <a:t>程序流程图</a:t>
            </a:r>
            <a:endParaRPr lang="en-US" sz="2400" b="0" u="none" strike="noStrike">
              <a:solidFill>
                <a:srgbClr val="000000"/>
              </a:solidFill>
              <a:effectLst/>
              <a:uFillTx/>
              <a:latin typeface="Arial"/>
            </a:endParaRPr>
          </a:p>
        </p:txBody>
      </p:sp>
      <p:sp>
        <p:nvSpPr>
          <p:cNvPr id="22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工</a:t>
            </a:r>
            <a:r>
              <a:rPr lang="zh-CN" sz="4400" b="1" u="none" strike="noStrike">
                <a:solidFill>
                  <a:schemeClr val="dk1"/>
                </a:solidFill>
                <a:effectLst/>
                <a:uFillTx/>
                <a:latin typeface="Bodoni MT Black"/>
              </a:rPr>
              <a:t>具</a:t>
            </a:r>
            <a:endParaRPr lang="es-ES" sz="4400" b="0" u="none" strike="noStrike">
              <a:solidFill>
                <a:schemeClr val="dk1"/>
              </a:solidFill>
              <a:effectLst/>
              <a:uFillTx/>
              <a:latin typeface="Arial"/>
            </a:endParaRPr>
          </a:p>
        </p:txBody>
      </p:sp>
      <p:sp>
        <p:nvSpPr>
          <p:cNvPr id="224" name="PlaceHolder 2"/>
          <p:cNvSpPr>
            <a:spLocks noGrp="1"/>
          </p:cNvSpPr>
          <p:nvPr>
            <p:ph/>
          </p:nvPr>
        </p:nvSpPr>
        <p:spPr>
          <a:xfrm>
            <a:off x="395280" y="90792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6.4.2 </a:t>
            </a:r>
            <a:r>
              <a:rPr lang="zh-CN" sz="3200" b="1" u="none" strike="noStrike">
                <a:solidFill>
                  <a:schemeClr val="dk1"/>
                </a:solidFill>
                <a:effectLst/>
                <a:uFillTx/>
                <a:latin typeface="Bodoni MT Black"/>
              </a:rPr>
              <a:t>盒图</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225" name="TextBox 7"/>
          <p:cNvSpPr/>
          <p:nvPr/>
        </p:nvSpPr>
        <p:spPr>
          <a:xfrm>
            <a:off x="251640" y="1628640"/>
            <a:ext cx="8640720" cy="378540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出于要有一种不允许违背结构程序设计精神的图形工具的考虑，</a:t>
            </a:r>
            <a:r>
              <a:rPr lang="en-US" sz="2400" b="0" u="none" strike="noStrike">
                <a:solidFill>
                  <a:schemeClr val="dk1"/>
                </a:solidFill>
                <a:effectLst/>
                <a:uFillTx/>
                <a:latin typeface="Times New Roman"/>
                <a:ea typeface="宋体"/>
              </a:rPr>
              <a:t>Nassi</a:t>
            </a:r>
            <a:r>
              <a:rPr lang="zh-CN" sz="2400" b="0" u="none" strike="noStrike">
                <a:solidFill>
                  <a:schemeClr val="dk1"/>
                </a:solidFill>
                <a:effectLst/>
                <a:uFillTx/>
                <a:latin typeface="Times New Roman"/>
                <a:ea typeface="宋体"/>
              </a:rPr>
              <a:t>和</a:t>
            </a:r>
            <a:r>
              <a:rPr lang="en-US" sz="2400" b="0" u="none" strike="noStrike">
                <a:solidFill>
                  <a:schemeClr val="dk1"/>
                </a:solidFill>
                <a:effectLst/>
                <a:uFillTx/>
                <a:latin typeface="Times New Roman"/>
                <a:ea typeface="宋体"/>
              </a:rPr>
              <a:t>Shneiderman</a:t>
            </a:r>
            <a:r>
              <a:rPr lang="zh-CN" sz="2400" b="0" u="none" strike="noStrike">
                <a:solidFill>
                  <a:schemeClr val="dk1"/>
                </a:solidFill>
                <a:effectLst/>
                <a:uFillTx/>
                <a:latin typeface="Bodoni MT Black"/>
                <a:ea typeface="宋体"/>
              </a:rPr>
              <a:t>提出了</a:t>
            </a:r>
            <a:r>
              <a:rPr lang="zh-CN" sz="2400" b="0" u="none" strike="noStrike">
                <a:solidFill>
                  <a:srgbClr val="ff0000"/>
                </a:solidFill>
                <a:effectLst/>
                <a:uFillTx/>
                <a:latin typeface="Bodoni MT Black"/>
                <a:ea typeface="宋体"/>
              </a:rPr>
              <a:t>盒图</a:t>
            </a:r>
            <a:r>
              <a:rPr lang="zh-CN" sz="2400" b="0" u="none" strike="noStrike">
                <a:solidFill>
                  <a:schemeClr val="dk1"/>
                </a:solidFill>
                <a:effectLst/>
                <a:uFillTx/>
                <a:latin typeface="Bodoni MT Black"/>
                <a:ea typeface="宋体"/>
              </a:rPr>
              <a:t>，又称为</a:t>
            </a:r>
            <a:r>
              <a:rPr lang="en-US" sz="2400" b="0" u="none" strike="noStrike">
                <a:solidFill>
                  <a:srgbClr val="ff0000"/>
                </a:solidFill>
                <a:effectLst/>
                <a:uFillTx/>
                <a:latin typeface="Bodoni MT Black"/>
                <a:ea typeface="宋体"/>
              </a:rPr>
              <a:t>N-S</a:t>
            </a:r>
            <a:r>
              <a:rPr lang="zh-CN" sz="2400" b="0" u="none" strike="noStrike">
                <a:solidFill>
                  <a:srgbClr val="ff0000"/>
                </a:solidFill>
                <a:effectLst/>
                <a:uFillTx/>
                <a:latin typeface="Bodoni MT Black"/>
                <a:ea typeface="宋体"/>
              </a:rPr>
              <a:t>图</a:t>
            </a:r>
            <a:r>
              <a:rPr lang="zh-CN" sz="2400" b="0" u="none" strike="noStrike">
                <a:solidFill>
                  <a:schemeClr val="dk1"/>
                </a:solidFill>
                <a:effectLst/>
                <a:uFillTx/>
                <a:latin typeface="Bodoni MT Black"/>
                <a:ea typeface="宋体"/>
              </a:rPr>
              <a:t>。它有下述特点。</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① 功能域（即一个特定控制结构的作用域）明确，可以从盒图上一眼就看出来。</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② 不可能任意转移控制。</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③ 很容易确定局部和全程数据的作用域。</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④ 很容易表现嵌套关系，也可以表示模块的层次结构。</a:t>
            </a:r>
            <a:endParaRPr lang="en-US" sz="2400" b="0" u="none" strike="noStrike">
              <a:solidFill>
                <a:srgbClr val="000000"/>
              </a:solidFill>
              <a:effectLst/>
              <a:uFillTx/>
              <a:latin typeface="Arial"/>
            </a:endParaRPr>
          </a:p>
        </p:txBody>
      </p:sp>
      <p:sp>
        <p:nvSpPr>
          <p:cNvPr id="22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6.4.2 </a:t>
            </a:r>
            <a:r>
              <a:rPr lang="zh-CN" sz="2400" b="0" u="none" strike="noStrike">
                <a:solidFill>
                  <a:srgbClr val="d9d9d9"/>
                </a:solidFill>
                <a:effectLst/>
                <a:uFillTx/>
                <a:latin typeface="Bodoni MT Black"/>
                <a:ea typeface="宋体"/>
              </a:rPr>
              <a:t>盒图</a:t>
            </a:r>
            <a:endParaRPr lang="en-US" sz="2400" b="0" u="none" strike="noStrike">
              <a:solidFill>
                <a:srgbClr val="000000"/>
              </a:solidFill>
              <a:effectLst/>
              <a:uFillTx/>
              <a:latin typeface="Arial"/>
            </a:endParaRPr>
          </a:p>
        </p:txBody>
      </p:sp>
      <p:sp>
        <p:nvSpPr>
          <p:cNvPr id="22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29" name="TextBox 7"/>
          <p:cNvSpPr/>
          <p:nvPr/>
        </p:nvSpPr>
        <p:spPr>
          <a:xfrm>
            <a:off x="35640" y="1484640"/>
            <a:ext cx="2962080" cy="31698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000" b="0" u="none" strike="noStrike">
                <a:solidFill>
                  <a:schemeClr val="dk1"/>
                </a:solidFill>
                <a:effectLst/>
                <a:uFillTx/>
                <a:latin typeface="Bodoni MT Black"/>
                <a:ea typeface="宋体"/>
              </a:rPr>
              <a:t>结构化控制结构的盒图表示和调用子程序的盒图表示方法。</a:t>
            </a:r>
            <a:endParaRPr lang="en-US" sz="2000" b="0" u="none" strike="noStrike">
              <a:solidFill>
                <a:srgbClr val="000000"/>
              </a:solidFill>
              <a:effectLst/>
              <a:uFillTx/>
              <a:latin typeface="Arial"/>
            </a:endParaRPr>
          </a:p>
          <a:p>
            <a:pPr>
              <a:lnSpc>
                <a:spcPct val="125000"/>
              </a:lnSpc>
            </a:pPr>
            <a:r>
              <a:rPr lang="zh-CN" sz="2000" b="0" u="none" strike="noStrike">
                <a:solidFill>
                  <a:schemeClr val="dk1"/>
                </a:solidFill>
                <a:effectLst/>
                <a:uFillTx/>
                <a:latin typeface="Bodoni MT Black"/>
                <a:ea typeface="宋体"/>
              </a:rPr>
              <a:t>其中：</a:t>
            </a:r>
            <a:r>
              <a:rPr lang="en-US" sz="2000" b="0" u="none" strike="noStrike">
                <a:solidFill>
                  <a:schemeClr val="dk1"/>
                </a:solidFill>
                <a:effectLst/>
                <a:uFillTx/>
                <a:latin typeface="Bodoni MT Black"/>
                <a:ea typeface="宋体"/>
              </a:rPr>
              <a:t>(a) </a:t>
            </a:r>
            <a:r>
              <a:rPr lang="zh-CN" sz="2000" b="0" u="none" strike="noStrike">
                <a:solidFill>
                  <a:schemeClr val="dk1"/>
                </a:solidFill>
                <a:effectLst/>
                <a:uFillTx/>
                <a:latin typeface="Bodoni MT Black"/>
                <a:ea typeface="宋体"/>
              </a:rPr>
              <a:t>顺序； </a:t>
            </a:r>
            <a:r>
              <a:rPr lang="en-US" sz="2000" b="0" u="none" strike="noStrike">
                <a:solidFill>
                  <a:schemeClr val="dk1"/>
                </a:solidFill>
                <a:effectLst/>
                <a:uFillTx/>
                <a:latin typeface="Bodoni MT Black"/>
                <a:ea typeface="宋体"/>
              </a:rPr>
              <a:t>(b) IF_THEN_ELSE</a:t>
            </a:r>
            <a:r>
              <a:rPr lang="zh-CN" sz="2000" b="0" u="none" strike="noStrike">
                <a:solidFill>
                  <a:schemeClr val="dk1"/>
                </a:solidFill>
                <a:effectLst/>
                <a:uFillTx/>
                <a:latin typeface="Bodoni MT Black"/>
                <a:ea typeface="宋体"/>
              </a:rPr>
              <a:t>型分支； </a:t>
            </a:r>
            <a:r>
              <a:rPr lang="en-US" sz="2000" b="0" u="none" strike="noStrike">
                <a:solidFill>
                  <a:schemeClr val="dk1"/>
                </a:solidFill>
                <a:effectLst/>
                <a:uFillTx/>
                <a:latin typeface="Bodoni MT Black"/>
                <a:ea typeface="宋体"/>
              </a:rPr>
              <a:t>(c) CASE</a:t>
            </a:r>
            <a:r>
              <a:rPr lang="zh-CN" sz="2000" b="0" u="none" strike="noStrike">
                <a:solidFill>
                  <a:schemeClr val="dk1"/>
                </a:solidFill>
                <a:effectLst/>
                <a:uFillTx/>
                <a:latin typeface="Bodoni MT Black"/>
                <a:ea typeface="宋体"/>
              </a:rPr>
              <a:t>型多分支； </a:t>
            </a:r>
            <a:r>
              <a:rPr lang="en-US" sz="2000" b="0" u="none" strike="noStrike">
                <a:solidFill>
                  <a:schemeClr val="dk1"/>
                </a:solidFill>
                <a:effectLst/>
                <a:uFillTx/>
                <a:latin typeface="Bodoni MT Black"/>
                <a:ea typeface="宋体"/>
              </a:rPr>
              <a:t>(d) </a:t>
            </a:r>
            <a:r>
              <a:rPr lang="zh-CN" sz="2000" b="0" u="none" strike="noStrike">
                <a:solidFill>
                  <a:schemeClr val="dk1"/>
                </a:solidFill>
                <a:effectLst/>
                <a:uFillTx/>
                <a:latin typeface="Bodoni MT Black"/>
                <a:ea typeface="宋体"/>
              </a:rPr>
              <a:t>循环； </a:t>
            </a:r>
            <a:r>
              <a:rPr lang="en-US" sz="2000" b="0" u="none" strike="noStrike">
                <a:solidFill>
                  <a:schemeClr val="dk1"/>
                </a:solidFill>
                <a:effectLst/>
                <a:uFillTx/>
                <a:latin typeface="Bodoni MT Black"/>
                <a:ea typeface="宋体"/>
              </a:rPr>
              <a:t>(e) </a:t>
            </a:r>
            <a:r>
              <a:rPr lang="zh-CN" sz="2000" b="0" u="none" strike="noStrike">
                <a:solidFill>
                  <a:schemeClr val="dk1"/>
                </a:solidFill>
                <a:effectLst/>
                <a:uFillTx/>
                <a:latin typeface="Bodoni MT Black"/>
                <a:ea typeface="宋体"/>
              </a:rPr>
              <a:t>调用子程序</a:t>
            </a:r>
            <a:r>
              <a:rPr lang="en-US" sz="2000" b="0" u="none" strike="noStrike">
                <a:solidFill>
                  <a:schemeClr val="dk1"/>
                </a:solidFill>
                <a:effectLst/>
                <a:uFillTx/>
                <a:latin typeface="Bodoni MT Black"/>
                <a:ea typeface="宋体"/>
              </a:rPr>
              <a:t>A</a:t>
            </a:r>
            <a:endParaRPr lang="en-US" sz="2000" b="0" u="none" strike="noStrike">
              <a:solidFill>
                <a:srgbClr val="000000"/>
              </a:solidFill>
              <a:effectLst/>
              <a:uFillTx/>
              <a:latin typeface="Arial"/>
            </a:endParaRPr>
          </a:p>
        </p:txBody>
      </p:sp>
      <p:pic>
        <p:nvPicPr>
          <p:cNvPr id="230" name="图片 1"/>
          <p:cNvPicPr/>
          <p:nvPr/>
        </p:nvPicPr>
        <p:blipFill>
          <a:blip r:embed="rId1"/>
          <a:stretch/>
        </p:blipFill>
        <p:spPr>
          <a:xfrm>
            <a:off x="3203640" y="1700280"/>
            <a:ext cx="5925600" cy="3600000"/>
          </a:xfrm>
          <a:prstGeom prst="rect">
            <a:avLst/>
          </a:prstGeom>
          <a:noFill/>
          <a:ln w="9525">
            <a:noFill/>
          </a:ln>
        </p:spPr>
      </p:pic>
      <p:sp>
        <p:nvSpPr>
          <p:cNvPr id="23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6.4.2 </a:t>
            </a:r>
            <a:r>
              <a:rPr lang="zh-CN" sz="2400" b="0" u="none" strike="noStrike">
                <a:solidFill>
                  <a:srgbClr val="d9d9d9"/>
                </a:solidFill>
                <a:effectLst/>
                <a:uFillTx/>
                <a:latin typeface="Bodoni MT Black"/>
                <a:ea typeface="宋体"/>
              </a:rPr>
              <a:t>盒图</a:t>
            </a:r>
            <a:endParaRPr lang="en-US" sz="2400" b="0" u="none" strike="noStrike">
              <a:solidFill>
                <a:srgbClr val="000000"/>
              </a:solidFill>
              <a:effectLst/>
              <a:uFillTx/>
              <a:latin typeface="Arial"/>
            </a:endParaRPr>
          </a:p>
        </p:txBody>
      </p:sp>
      <p:sp>
        <p:nvSpPr>
          <p:cNvPr id="23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34" name="PlaceHolder 2"/>
          <p:cNvSpPr>
            <a:spLocks noGrp="1"/>
          </p:cNvSpPr>
          <p:nvPr>
            <p:ph/>
          </p:nvPr>
        </p:nvSpPr>
        <p:spPr>
          <a:xfrm>
            <a:off x="198360" y="9954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6.4.3 PAD</a:t>
            </a:r>
            <a:r>
              <a:rPr lang="zh-CN" sz="3200" b="1" u="none" strike="noStrike">
                <a:solidFill>
                  <a:schemeClr val="dk1"/>
                </a:solidFill>
                <a:effectLst/>
                <a:uFillTx/>
                <a:latin typeface="Bodoni MT Black"/>
              </a:rPr>
              <a:t>图</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235" name="TextBox 7"/>
          <p:cNvSpPr/>
          <p:nvPr/>
        </p:nvSpPr>
        <p:spPr>
          <a:xfrm>
            <a:off x="323640" y="1528200"/>
            <a:ext cx="8424720" cy="10152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rgbClr val="ff0000"/>
                </a:solidFill>
                <a:effectLst/>
                <a:uFillTx/>
                <a:latin typeface="Bodoni MT Black"/>
              </a:rPr>
              <a:t>PAD</a:t>
            </a:r>
            <a:r>
              <a:rPr lang="zh-CN" sz="2400" b="0" u="none" strike="noStrike">
                <a:solidFill>
                  <a:schemeClr val="dk1"/>
                </a:solidFill>
                <a:effectLst/>
                <a:uFillTx/>
                <a:latin typeface="Bodoni MT Black"/>
              </a:rPr>
              <a:t>是</a:t>
            </a:r>
            <a:r>
              <a:rPr lang="zh-CN" sz="2400" b="0" u="none" strike="noStrike">
                <a:solidFill>
                  <a:srgbClr val="ff0000"/>
                </a:solidFill>
                <a:effectLst/>
                <a:uFillTx/>
                <a:latin typeface="Bodoni MT Black"/>
              </a:rPr>
              <a:t>问题分析图</a:t>
            </a:r>
            <a:r>
              <a:rPr lang="zh-CN" sz="2400" b="0" u="none" strike="noStrike">
                <a:solidFill>
                  <a:schemeClr val="dk1"/>
                </a:solidFill>
                <a:effectLst/>
                <a:uFillTx/>
                <a:latin typeface="Bodoni MT Black"/>
              </a:rPr>
              <a:t>（</a:t>
            </a:r>
            <a:r>
              <a:rPr lang="en-US" sz="2400" b="0" u="none" strike="noStrike">
                <a:solidFill>
                  <a:schemeClr val="dk1"/>
                </a:solidFill>
                <a:effectLst/>
                <a:uFillTx/>
                <a:latin typeface="Bodoni MT Black"/>
                <a:ea typeface="宋体"/>
              </a:rPr>
              <a:t>Problem Analysis Diagram</a:t>
            </a:r>
            <a:r>
              <a:rPr lang="zh-CN" sz="2400" b="0" u="none" strike="noStrike">
                <a:solidFill>
                  <a:schemeClr val="dk1"/>
                </a:solidFill>
                <a:effectLst/>
                <a:uFillTx/>
                <a:latin typeface="Bodoni MT Black"/>
                <a:ea typeface="宋体"/>
              </a:rPr>
              <a:t>）用</a:t>
            </a:r>
            <a:r>
              <a:rPr lang="zh-CN" sz="2400" b="0" u="none" strike="noStrike">
                <a:solidFill>
                  <a:srgbClr val="ff0000"/>
                </a:solidFill>
                <a:effectLst/>
                <a:uFillTx/>
                <a:latin typeface="Bodoni MT Black"/>
                <a:ea typeface="宋体"/>
              </a:rPr>
              <a:t>二维树形结构的图</a:t>
            </a:r>
            <a:r>
              <a:rPr lang="zh-CN" sz="2400" b="0" u="none" strike="noStrike">
                <a:solidFill>
                  <a:schemeClr val="dk1"/>
                </a:solidFill>
                <a:effectLst/>
                <a:uFillTx/>
                <a:latin typeface="Bodoni MT Black"/>
                <a:ea typeface="宋体"/>
              </a:rPr>
              <a:t>来表示程序的控制流。</a:t>
            </a:r>
            <a:endParaRPr lang="en-US" sz="2400" b="0" u="none" strike="noStrike">
              <a:solidFill>
                <a:srgbClr val="000000"/>
              </a:solidFill>
              <a:effectLst/>
              <a:uFillTx/>
              <a:latin typeface="Arial"/>
            </a:endParaRPr>
          </a:p>
        </p:txBody>
      </p:sp>
      <p:sp>
        <p:nvSpPr>
          <p:cNvPr id="23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6.4.3 PAD</a:t>
            </a:r>
            <a:r>
              <a:rPr lang="zh-CN" sz="2400" b="0" u="none" strike="noStrike">
                <a:solidFill>
                  <a:srgbClr val="d9d9d9"/>
                </a:solidFill>
                <a:effectLst/>
                <a:uFillTx/>
                <a:latin typeface="Bodoni MT Black"/>
                <a:ea typeface="宋体"/>
              </a:rPr>
              <a:t>图</a:t>
            </a:r>
            <a:endParaRPr lang="en-US" sz="2400" b="0" u="none" strike="noStrike">
              <a:solidFill>
                <a:srgbClr val="000000"/>
              </a:solidFill>
              <a:effectLst/>
              <a:uFillTx/>
              <a:latin typeface="Arial"/>
            </a:endParaRPr>
          </a:p>
        </p:txBody>
      </p:sp>
      <p:sp>
        <p:nvSpPr>
          <p:cNvPr id="23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238" name="矩形 1"/>
          <p:cNvSpPr/>
          <p:nvPr/>
        </p:nvSpPr>
        <p:spPr>
          <a:xfrm>
            <a:off x="198360" y="2544120"/>
            <a:ext cx="4571640" cy="351972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25000"/>
              </a:lnSpc>
              <a:buClr>
                <a:srgbClr val="000000"/>
              </a:buClr>
              <a:buFont typeface="OpenSymbol"/>
              <a:buAutoNum type="alphaLcParenR"/>
            </a:pPr>
            <a:r>
              <a:rPr lang="zh-CN" sz="2000" b="0" u="none" strike="noStrike">
                <a:solidFill>
                  <a:schemeClr val="dk1"/>
                </a:solidFill>
                <a:effectLst/>
                <a:uFillTx/>
                <a:latin typeface="Bodoni MT Black"/>
                <a:ea typeface="宋体"/>
              </a:rPr>
              <a:t>顺序（先执行</a:t>
            </a:r>
            <a:r>
              <a:rPr lang="en-US" sz="2000" b="0" u="none" strike="noStrike">
                <a:solidFill>
                  <a:schemeClr val="dk1"/>
                </a:solidFill>
                <a:effectLst/>
                <a:uFillTx/>
                <a:latin typeface="Bodoni MT Black"/>
                <a:ea typeface="宋体"/>
              </a:rPr>
              <a:t>P1</a:t>
            </a:r>
            <a:r>
              <a:rPr lang="zh-CN" sz="2000" b="0" u="none" strike="noStrike">
                <a:solidFill>
                  <a:schemeClr val="dk1"/>
                </a:solidFill>
                <a:effectLst/>
                <a:uFillTx/>
                <a:latin typeface="Bodoni MT Black"/>
                <a:ea typeface="宋体"/>
              </a:rPr>
              <a:t>后执行</a:t>
            </a:r>
            <a:r>
              <a:rPr lang="en-US" sz="2000" b="0" u="none" strike="noStrike">
                <a:solidFill>
                  <a:schemeClr val="dk1"/>
                </a:solidFill>
                <a:effectLst/>
                <a:uFillTx/>
                <a:latin typeface="Bodoni MT Black"/>
                <a:ea typeface="宋体"/>
              </a:rPr>
              <a:t>P2 </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a:p>
            <a:pPr marL="457200" indent="-457200">
              <a:lnSpc>
                <a:spcPct val="125000"/>
              </a:lnSpc>
              <a:buClr>
                <a:srgbClr val="000000"/>
              </a:buClr>
              <a:buFont typeface="OpenSymbol"/>
              <a:buAutoNum type="alphaLcParenR"/>
            </a:pPr>
            <a:r>
              <a:rPr lang="zh-CN" sz="2000" b="0" u="none" strike="noStrike">
                <a:solidFill>
                  <a:schemeClr val="dk1"/>
                </a:solidFill>
                <a:effectLst/>
                <a:uFillTx/>
                <a:latin typeface="Bodoni MT Black"/>
                <a:ea typeface="宋体"/>
              </a:rPr>
              <a:t>选择（ </a:t>
            </a:r>
            <a:r>
              <a:rPr lang="en-US" sz="2000" b="0" u="none" strike="noStrike">
                <a:solidFill>
                  <a:schemeClr val="dk1"/>
                </a:solidFill>
                <a:effectLst/>
                <a:uFillTx/>
                <a:latin typeface="Bodoni MT Black"/>
                <a:ea typeface="宋体"/>
              </a:rPr>
              <a:t>IF C THEN P1 ELSE P2</a:t>
            </a:r>
            <a:r>
              <a:rPr lang="zh-CN" sz="2000" b="0" u="none" strike="noStrike">
                <a:solidFill>
                  <a:schemeClr val="dk1"/>
                </a:solidFill>
                <a:effectLst/>
                <a:uFillTx/>
                <a:latin typeface="Bodoni MT Black"/>
                <a:ea typeface="宋体"/>
              </a:rPr>
              <a:t>）； </a:t>
            </a:r>
            <a:endParaRPr lang="en-US" sz="2000" b="0" u="none" strike="noStrike">
              <a:solidFill>
                <a:srgbClr val="000000"/>
              </a:solidFill>
              <a:effectLst/>
              <a:uFillTx/>
              <a:latin typeface="Arial"/>
            </a:endParaRPr>
          </a:p>
          <a:p>
            <a:pPr marL="457200" indent="-457200">
              <a:lnSpc>
                <a:spcPct val="125000"/>
              </a:lnSpc>
              <a:buClr>
                <a:srgbClr val="000000"/>
              </a:buClr>
              <a:buFont typeface="OpenSymbol"/>
              <a:buAutoNum type="alphaLcParenR"/>
            </a:pPr>
            <a:r>
              <a:rPr lang="en-US" sz="2000" b="0" u="none" strike="noStrike">
                <a:solidFill>
                  <a:schemeClr val="dk1"/>
                </a:solidFill>
                <a:effectLst/>
                <a:uFillTx/>
                <a:latin typeface="Bodoni MT Black"/>
                <a:ea typeface="宋体"/>
              </a:rPr>
              <a:t>CASE</a:t>
            </a:r>
            <a:r>
              <a:rPr lang="zh-CN" sz="2000" b="0" u="none" strike="noStrike">
                <a:solidFill>
                  <a:schemeClr val="dk1"/>
                </a:solidFill>
                <a:effectLst/>
                <a:uFillTx/>
                <a:latin typeface="Bodoni MT Black"/>
                <a:ea typeface="宋体"/>
              </a:rPr>
              <a:t>型多分支；</a:t>
            </a:r>
            <a:endParaRPr lang="en-US" sz="2000" b="0" u="none" strike="noStrike">
              <a:solidFill>
                <a:srgbClr val="000000"/>
              </a:solidFill>
              <a:effectLst/>
              <a:uFillTx/>
              <a:latin typeface="Arial"/>
            </a:endParaRPr>
          </a:p>
          <a:p>
            <a:pPr marL="457200" indent="-457200">
              <a:lnSpc>
                <a:spcPct val="125000"/>
              </a:lnSpc>
              <a:buClr>
                <a:srgbClr val="000000"/>
              </a:buClr>
              <a:buFont typeface="OpenSymbol"/>
              <a:buAutoNum type="alphaLcParenR"/>
            </a:pPr>
            <a:r>
              <a:rPr lang="en-US" sz="2000" b="0" u="none" strike="noStrike">
                <a:solidFill>
                  <a:schemeClr val="dk1"/>
                </a:solidFill>
                <a:effectLst/>
                <a:uFillTx/>
                <a:latin typeface="Bodoni MT Black"/>
                <a:ea typeface="宋体"/>
              </a:rPr>
              <a:t>WHILE</a:t>
            </a:r>
            <a:r>
              <a:rPr lang="zh-CN" sz="2000" b="0" u="none" strike="noStrike">
                <a:solidFill>
                  <a:schemeClr val="dk1"/>
                </a:solidFill>
                <a:effectLst/>
                <a:uFillTx/>
                <a:latin typeface="Bodoni MT Black"/>
                <a:ea typeface="宋体"/>
              </a:rPr>
              <a:t>型循环（</a:t>
            </a:r>
            <a:r>
              <a:rPr lang="en-US" sz="2000" b="0" u="none" strike="noStrike">
                <a:solidFill>
                  <a:schemeClr val="dk1"/>
                </a:solidFill>
                <a:effectLst/>
                <a:uFillTx/>
                <a:latin typeface="Bodoni MT Black"/>
                <a:ea typeface="宋体"/>
              </a:rPr>
              <a:t>WHILE C DO P </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a:p>
            <a:pPr marL="457200" indent="-457200">
              <a:lnSpc>
                <a:spcPct val="125000"/>
              </a:lnSpc>
              <a:buClr>
                <a:srgbClr val="000000"/>
              </a:buClr>
              <a:buFont typeface="OpenSymbol"/>
              <a:buAutoNum type="alphaLcParenR"/>
            </a:pPr>
            <a:r>
              <a:rPr lang="en-US" sz="2000" b="0" u="none" strike="noStrike">
                <a:solidFill>
                  <a:schemeClr val="dk1"/>
                </a:solidFill>
                <a:effectLst/>
                <a:uFillTx/>
                <a:latin typeface="Bodoni MT Black"/>
                <a:ea typeface="宋体"/>
              </a:rPr>
              <a:t>UNTIL</a:t>
            </a:r>
            <a:r>
              <a:rPr lang="zh-CN" sz="2000" b="0" u="none" strike="noStrike">
                <a:solidFill>
                  <a:schemeClr val="dk1"/>
                </a:solidFill>
                <a:effectLst/>
                <a:uFillTx/>
                <a:latin typeface="Bodoni MT Black"/>
                <a:ea typeface="宋体"/>
              </a:rPr>
              <a:t>型循环（ </a:t>
            </a:r>
            <a:r>
              <a:rPr lang="en-US" sz="2000" b="0" u="none" strike="noStrike">
                <a:solidFill>
                  <a:schemeClr val="dk1"/>
                </a:solidFill>
                <a:effectLst/>
                <a:uFillTx/>
                <a:latin typeface="Bodoni MT Black"/>
                <a:ea typeface="宋体"/>
              </a:rPr>
              <a:t>REPEAT P UNTIL C </a:t>
            </a:r>
            <a:r>
              <a:rPr lang="zh-CN" sz="2000" b="0" u="none" strike="noStrike">
                <a:solidFill>
                  <a:schemeClr val="dk1"/>
                </a:solidFill>
                <a:effectLst/>
                <a:uFillTx/>
                <a:latin typeface="Bodoni MT Black"/>
                <a:ea typeface="宋体"/>
              </a:rPr>
              <a:t>）； </a:t>
            </a:r>
            <a:endParaRPr lang="en-US" sz="2000" b="0" u="none" strike="noStrike">
              <a:solidFill>
                <a:srgbClr val="000000"/>
              </a:solidFill>
              <a:effectLst/>
              <a:uFillTx/>
              <a:latin typeface="Arial"/>
            </a:endParaRPr>
          </a:p>
          <a:p>
            <a:pPr marL="457200" indent="-457200">
              <a:lnSpc>
                <a:spcPct val="125000"/>
              </a:lnSpc>
              <a:buClr>
                <a:srgbClr val="000000"/>
              </a:buClr>
              <a:buFont typeface="OpenSymbol"/>
              <a:buAutoNum type="alphaLcParenR"/>
            </a:pPr>
            <a:r>
              <a:rPr lang="zh-CN" sz="2000" b="0" u="none" strike="noStrike">
                <a:solidFill>
                  <a:schemeClr val="dk1"/>
                </a:solidFill>
                <a:effectLst/>
                <a:uFillTx/>
                <a:latin typeface="Bodoni MT Black"/>
                <a:ea typeface="宋体"/>
              </a:rPr>
              <a:t>语句标号； </a:t>
            </a:r>
            <a:r>
              <a:rPr lang="en-US" sz="2000" b="0" u="none" strike="noStrike">
                <a:solidFill>
                  <a:schemeClr val="dk1"/>
                </a:solidFill>
                <a:effectLst/>
                <a:uFillTx/>
                <a:latin typeface="Bodoni MT Black"/>
                <a:ea typeface="宋体"/>
              </a:rPr>
              <a:t>(g) </a:t>
            </a:r>
            <a:r>
              <a:rPr lang="zh-CN" sz="2000" b="0" u="none" strike="noStrike">
                <a:solidFill>
                  <a:schemeClr val="dk1"/>
                </a:solidFill>
                <a:effectLst/>
                <a:uFillTx/>
                <a:latin typeface="Bodoni MT Black"/>
                <a:ea typeface="宋体"/>
              </a:rPr>
              <a:t>定义</a:t>
            </a:r>
            <a:endParaRPr lang="en-US" sz="2000" b="0" u="none" strike="noStrike">
              <a:solidFill>
                <a:srgbClr val="000000"/>
              </a:solidFill>
              <a:effectLst/>
              <a:uFillTx/>
              <a:latin typeface="Arial"/>
            </a:endParaRPr>
          </a:p>
        </p:txBody>
      </p:sp>
      <p:pic>
        <p:nvPicPr>
          <p:cNvPr id="239" name="图片 2"/>
          <p:cNvPicPr/>
          <p:nvPr/>
        </p:nvPicPr>
        <p:blipFill>
          <a:blip r:embed="rId1"/>
          <a:stretch/>
        </p:blipFill>
        <p:spPr>
          <a:xfrm>
            <a:off x="5369400" y="2394360"/>
            <a:ext cx="3692160" cy="4372920"/>
          </a:xfrm>
          <a:prstGeom prst="rect">
            <a:avLst/>
          </a:prstGeom>
          <a:noFill/>
          <a:ln w="9525">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457200" y="-171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41" name="TextBox 7"/>
          <p:cNvSpPr/>
          <p:nvPr/>
        </p:nvSpPr>
        <p:spPr>
          <a:xfrm>
            <a:off x="161280" y="971640"/>
            <a:ext cx="8731080" cy="4800960"/>
          </a:xfrm>
          <a:prstGeom prst="rect">
            <a:avLst/>
          </a:prstGeom>
          <a:noFill/>
          <a:ln w="9525">
            <a:noFill/>
          </a:ln>
        </p:spPr>
        <p:style>
          <a:lnRef idx="0"/>
          <a:fillRef idx="0"/>
          <a:effectRef idx="0"/>
          <a:fontRef idx="minor"/>
        </p:style>
        <p:txBody>
          <a:bodyPr lIns="90000" rIns="90000" tIns="45000" bIns="45000" anchor="t">
            <a:spAutoFit/>
          </a:bodyPr>
          <a:p>
            <a:pPr>
              <a:lnSpc>
                <a:spcPct val="150000"/>
              </a:lnSpc>
              <a:tabLst>
                <a:tab algn="l" pos="0"/>
              </a:tabLst>
            </a:pPr>
            <a:r>
              <a:rPr lang="en-US" sz="2400" b="0" u="none" strike="noStrike">
                <a:solidFill>
                  <a:schemeClr val="dk1"/>
                </a:solidFill>
                <a:effectLst/>
                <a:uFillTx/>
                <a:latin typeface="Bodoni MT Black"/>
                <a:ea typeface="宋体"/>
              </a:rPr>
              <a:t>PAD</a:t>
            </a:r>
            <a:r>
              <a:rPr lang="zh-CN" sz="2400" b="0" u="none" strike="noStrike">
                <a:solidFill>
                  <a:schemeClr val="dk1"/>
                </a:solidFill>
                <a:effectLst/>
                <a:uFillTx/>
                <a:latin typeface="Bodoni MT Black"/>
                <a:ea typeface="宋体"/>
              </a:rPr>
              <a:t>图的主要优点如下：</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使用表示</a:t>
            </a:r>
            <a:r>
              <a:rPr lang="zh-CN" sz="2400" b="0" u="none" strike="noStrike">
                <a:solidFill>
                  <a:srgbClr val="ff0000"/>
                </a:solidFill>
                <a:effectLst/>
                <a:uFillTx/>
                <a:latin typeface="Bodoni MT Black"/>
                <a:ea typeface="宋体"/>
              </a:rPr>
              <a:t>结构化控制结构</a:t>
            </a:r>
            <a:r>
              <a:rPr lang="zh-CN" sz="2400" b="0" u="none" strike="noStrike">
                <a:solidFill>
                  <a:schemeClr val="dk1"/>
                </a:solidFill>
                <a:effectLst/>
                <a:uFillTx/>
                <a:latin typeface="Bodoni MT Black"/>
                <a:ea typeface="宋体"/>
              </a:rPr>
              <a:t>的</a:t>
            </a:r>
            <a:r>
              <a:rPr lang="en-US" sz="2400" b="0" u="none" strike="noStrike">
                <a:solidFill>
                  <a:schemeClr val="dk1"/>
                </a:solidFill>
                <a:effectLst/>
                <a:uFillTx/>
                <a:latin typeface="Bodoni MT Black"/>
                <a:ea typeface="宋体"/>
              </a:rPr>
              <a:t>PAD</a:t>
            </a:r>
            <a:r>
              <a:rPr lang="zh-CN" sz="2400" b="0" u="none" strike="noStrike">
                <a:solidFill>
                  <a:schemeClr val="dk1"/>
                </a:solidFill>
                <a:effectLst/>
                <a:uFillTx/>
                <a:latin typeface="Bodoni MT Black"/>
                <a:ea typeface="宋体"/>
              </a:rPr>
              <a:t>符号所设计出来的程序必然是</a:t>
            </a:r>
            <a:r>
              <a:rPr lang="zh-CN" sz="2400" b="0" u="none" strike="noStrike">
                <a:solidFill>
                  <a:srgbClr val="ff0000"/>
                </a:solidFill>
                <a:effectLst/>
                <a:uFillTx/>
                <a:latin typeface="Bodoni MT Black"/>
                <a:ea typeface="宋体"/>
              </a:rPr>
              <a:t>结构化程序</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Bodoni MT Black"/>
                <a:ea typeface="宋体"/>
              </a:rPr>
              <a:t>PAD</a:t>
            </a:r>
            <a:r>
              <a:rPr lang="zh-CN" sz="2400" b="0" u="none" strike="noStrike">
                <a:solidFill>
                  <a:schemeClr val="dk1"/>
                </a:solidFill>
                <a:effectLst/>
                <a:uFillTx/>
                <a:latin typeface="Bodoni MT Black"/>
                <a:ea typeface="宋体"/>
              </a:rPr>
              <a:t>图所描绘的程序结构十分清晰。</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用</a:t>
            </a:r>
            <a:r>
              <a:rPr lang="en-US" sz="2400" b="0" u="none" strike="noStrike">
                <a:solidFill>
                  <a:schemeClr val="dk1"/>
                </a:solidFill>
                <a:effectLst/>
                <a:uFillTx/>
                <a:latin typeface="Bodoni MT Black"/>
                <a:ea typeface="宋体"/>
              </a:rPr>
              <a:t>PAD</a:t>
            </a:r>
            <a:r>
              <a:rPr lang="zh-CN" sz="2400" b="0" u="none" strike="noStrike">
                <a:solidFill>
                  <a:schemeClr val="dk1"/>
                </a:solidFill>
                <a:effectLst/>
                <a:uFillTx/>
                <a:latin typeface="Bodoni MT Black"/>
                <a:ea typeface="宋体"/>
              </a:rPr>
              <a:t>图表现程序逻辑，易读、易懂、易记。</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容易将</a:t>
            </a:r>
            <a:r>
              <a:rPr lang="en-US" sz="2400" b="0" u="none" strike="noStrike">
                <a:solidFill>
                  <a:schemeClr val="dk1"/>
                </a:solidFill>
                <a:effectLst/>
                <a:uFillTx/>
                <a:latin typeface="Bodoni MT Black"/>
                <a:ea typeface="宋体"/>
              </a:rPr>
              <a:t>PAD</a:t>
            </a:r>
            <a:r>
              <a:rPr lang="zh-CN" sz="2400" b="0" u="none" strike="noStrike">
                <a:solidFill>
                  <a:schemeClr val="dk1"/>
                </a:solidFill>
                <a:effectLst/>
                <a:uFillTx/>
                <a:latin typeface="Bodoni MT Black"/>
                <a:ea typeface="宋体"/>
              </a:rPr>
              <a:t>图转换成高级语言源程序，这种转换可用</a:t>
            </a:r>
            <a:r>
              <a:rPr lang="zh-CN" sz="2400" b="0" u="none" strike="noStrike">
                <a:solidFill>
                  <a:srgbClr val="ff0000"/>
                </a:solidFill>
                <a:effectLst/>
                <a:uFillTx/>
                <a:latin typeface="Bodoni MT Black"/>
                <a:ea typeface="宋体"/>
              </a:rPr>
              <a:t>软件工具自动完成</a:t>
            </a:r>
            <a:r>
              <a:rPr lang="zh-CN" sz="2400" b="0" u="none" strike="noStrike">
                <a:solidFill>
                  <a:schemeClr val="dk1"/>
                </a:solidFill>
                <a:effectLst/>
                <a:uFillTx/>
                <a:latin typeface="Bodoni MT Black"/>
                <a:ea typeface="宋体"/>
              </a:rPr>
              <a:t>，从而可省去人工编码的工作，有利于提高软件可靠性和软件生产率。</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可用于表示</a:t>
            </a:r>
            <a:r>
              <a:rPr lang="zh-CN" sz="2400" b="0" u="none" strike="noStrike">
                <a:solidFill>
                  <a:srgbClr val="ff0000"/>
                </a:solidFill>
                <a:effectLst/>
                <a:uFillTx/>
                <a:latin typeface="Bodoni MT Black"/>
                <a:ea typeface="宋体"/>
              </a:rPr>
              <a:t>程序逻辑</a:t>
            </a:r>
            <a:r>
              <a:rPr lang="zh-CN" sz="2400" b="0" u="none" strike="noStrike">
                <a:solidFill>
                  <a:schemeClr val="dk1"/>
                </a:solidFill>
                <a:effectLst/>
                <a:uFillTx/>
                <a:latin typeface="Bodoni MT Black"/>
                <a:ea typeface="宋体"/>
              </a:rPr>
              <a:t>，也可用于描绘</a:t>
            </a:r>
            <a:r>
              <a:rPr lang="zh-CN" sz="2400" b="0" u="none" strike="noStrike">
                <a:solidFill>
                  <a:srgbClr val="ff0000"/>
                </a:solidFill>
                <a:effectLst/>
                <a:uFillTx/>
                <a:latin typeface="Bodoni MT Black"/>
                <a:ea typeface="宋体"/>
              </a:rPr>
              <a:t>数据结构</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en-US" sz="2400" b="0" u="none" strike="noStrike">
                <a:solidFill>
                  <a:schemeClr val="dk1"/>
                </a:solidFill>
                <a:effectLst/>
                <a:uFillTx/>
                <a:latin typeface="Bodoni MT Black"/>
                <a:ea typeface="宋体"/>
              </a:rPr>
              <a:t>PAD</a:t>
            </a:r>
            <a:r>
              <a:rPr lang="zh-CN" sz="2400" b="0" u="none" strike="noStrike">
                <a:solidFill>
                  <a:schemeClr val="dk1"/>
                </a:solidFill>
                <a:effectLst/>
                <a:uFillTx/>
                <a:latin typeface="Bodoni MT Black"/>
                <a:ea typeface="宋体"/>
              </a:rPr>
              <a:t>图的符号支持</a:t>
            </a:r>
            <a:r>
              <a:rPr lang="zh-CN" sz="2400" b="0" u="none" strike="noStrike">
                <a:solidFill>
                  <a:srgbClr val="ff0000"/>
                </a:solidFill>
                <a:effectLst/>
                <a:uFillTx/>
                <a:latin typeface="Bodoni MT Black"/>
                <a:ea typeface="宋体"/>
              </a:rPr>
              <a:t>自顶向下</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逐步求精</a:t>
            </a:r>
            <a:r>
              <a:rPr lang="zh-CN" sz="2400" b="0" u="none" strike="noStrike">
                <a:solidFill>
                  <a:schemeClr val="dk1"/>
                </a:solidFill>
                <a:effectLst/>
                <a:uFillTx/>
                <a:latin typeface="Bodoni MT Black"/>
                <a:ea typeface="宋体"/>
              </a:rPr>
              <a:t>方法的使用。</a:t>
            </a:r>
            <a:endParaRPr lang="en-US" sz="2400" b="0" u="none" strike="noStrike">
              <a:solidFill>
                <a:srgbClr val="000000"/>
              </a:solidFill>
              <a:effectLst/>
              <a:uFillTx/>
              <a:latin typeface="Arial"/>
            </a:endParaRPr>
          </a:p>
        </p:txBody>
      </p:sp>
      <p:sp>
        <p:nvSpPr>
          <p:cNvPr id="24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6.4.3 PAD</a:t>
            </a:r>
            <a:r>
              <a:rPr lang="zh-CN" sz="2400" b="0" u="none" strike="noStrike">
                <a:solidFill>
                  <a:srgbClr val="d9d9d9"/>
                </a:solidFill>
                <a:effectLst/>
                <a:uFillTx/>
                <a:latin typeface="Bodoni MT Black"/>
                <a:ea typeface="宋体"/>
              </a:rPr>
              <a:t>图</a:t>
            </a:r>
            <a:endParaRPr lang="en-US" sz="2400" b="0" u="none" strike="noStrike">
              <a:solidFill>
                <a:srgbClr val="000000"/>
              </a:solidFill>
              <a:effectLst/>
              <a:uFillTx/>
              <a:latin typeface="Arial"/>
            </a:endParaRPr>
          </a:p>
        </p:txBody>
      </p:sp>
      <p:sp>
        <p:nvSpPr>
          <p:cNvPr id="243"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6.3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45" name="TextBox 7"/>
          <p:cNvSpPr/>
          <p:nvPr/>
        </p:nvSpPr>
        <p:spPr>
          <a:xfrm>
            <a:off x="395280" y="1773360"/>
            <a:ext cx="8229240" cy="645840"/>
          </a:xfrm>
          <a:prstGeom prst="rect">
            <a:avLst/>
          </a:prstGeom>
          <a:noFill/>
          <a:ln w="9525">
            <a:noFill/>
          </a:ln>
        </p:spPr>
        <p:style>
          <a:lnRef idx="0"/>
          <a:fillRef idx="0"/>
          <a:effectRef idx="0"/>
          <a:fontRef idx="minor"/>
        </p:style>
        <p:txBody>
          <a:bodyPr lIns="90000" rIns="90000" tIns="45000" bIns="45000" anchor="t">
            <a:spAutoFit/>
          </a:bodyPr>
          <a:p>
            <a:pPr>
              <a:lnSpc>
                <a:spcPct val="150000"/>
              </a:lnSpc>
            </a:pPr>
            <a:r>
              <a:rPr lang="zh-CN" sz="2400" b="0" u="none" strike="noStrike">
                <a:solidFill>
                  <a:schemeClr val="dk1"/>
                </a:solidFill>
                <a:effectLst/>
                <a:uFillTx/>
                <a:latin typeface="Bodoni MT Black"/>
                <a:ea typeface="宋体"/>
              </a:rPr>
              <a:t>例子</a:t>
            </a:r>
            <a:endParaRPr lang="en-US" sz="2400" b="0" u="none" strike="noStrike">
              <a:solidFill>
                <a:srgbClr val="000000"/>
              </a:solidFill>
              <a:effectLst/>
              <a:uFillTx/>
              <a:latin typeface="Arial"/>
            </a:endParaRPr>
          </a:p>
        </p:txBody>
      </p:sp>
      <p:pic>
        <p:nvPicPr>
          <p:cNvPr id="246" name="图片 1"/>
          <p:cNvPicPr/>
          <p:nvPr/>
        </p:nvPicPr>
        <p:blipFill>
          <a:blip r:embed="rId1"/>
          <a:stretch/>
        </p:blipFill>
        <p:spPr>
          <a:xfrm>
            <a:off x="1619280" y="1197000"/>
            <a:ext cx="7194240" cy="3157200"/>
          </a:xfrm>
          <a:prstGeom prst="rect">
            <a:avLst/>
          </a:prstGeom>
          <a:noFill/>
          <a:ln w="9525">
            <a:noFill/>
          </a:ln>
        </p:spPr>
      </p:pic>
      <p:sp>
        <p:nvSpPr>
          <p:cNvPr id="247" name="TextBox 7"/>
          <p:cNvSpPr/>
          <p:nvPr/>
        </p:nvSpPr>
        <p:spPr>
          <a:xfrm>
            <a:off x="1733400" y="4580640"/>
            <a:ext cx="7410240" cy="499680"/>
          </a:xfrm>
          <a:prstGeom prst="rect">
            <a:avLst/>
          </a:prstGeom>
          <a:noFill/>
          <a:ln w="9525">
            <a:noFill/>
          </a:ln>
        </p:spPr>
        <p:style>
          <a:lnRef idx="0"/>
          <a:fillRef idx="0"/>
          <a:effectRef idx="0"/>
          <a:fontRef idx="minor"/>
        </p:style>
        <p:txBody>
          <a:bodyPr lIns="90000" rIns="90000" tIns="45000" bIns="45000" anchor="t">
            <a:spAutoFit/>
          </a:bodyPr>
          <a:p>
            <a:pPr>
              <a:lnSpc>
                <a:spcPct val="150000"/>
              </a:lnSpc>
            </a:pPr>
            <a:r>
              <a:rPr lang="en-US" sz="2000" b="0" u="none" strike="noStrike">
                <a:solidFill>
                  <a:schemeClr val="dk1"/>
                </a:solidFill>
                <a:effectLst/>
                <a:uFillTx/>
                <a:latin typeface="Bodoni MT Black"/>
                <a:ea typeface="宋体"/>
              </a:rPr>
              <a:t>(a) </a:t>
            </a:r>
            <a:r>
              <a:rPr lang="zh-CN" sz="2000" b="0" u="none" strike="noStrike">
                <a:solidFill>
                  <a:schemeClr val="dk1"/>
                </a:solidFill>
                <a:effectLst/>
                <a:uFillTx/>
                <a:latin typeface="Bodoni MT Black"/>
                <a:ea typeface="宋体"/>
              </a:rPr>
              <a:t>初始的</a:t>
            </a:r>
            <a:r>
              <a:rPr lang="en-US" sz="2000" b="0" u="none" strike="noStrike">
                <a:solidFill>
                  <a:schemeClr val="dk1"/>
                </a:solidFill>
                <a:effectLst/>
                <a:uFillTx/>
                <a:latin typeface="Bodoni MT Black"/>
                <a:ea typeface="宋体"/>
              </a:rPr>
              <a:t>PAD</a:t>
            </a:r>
            <a:r>
              <a:rPr lang="zh-CN" sz="2000" b="0" u="none" strike="noStrike">
                <a:solidFill>
                  <a:schemeClr val="dk1"/>
                </a:solidFill>
                <a:effectLst/>
                <a:uFillTx/>
                <a:latin typeface="Bodoni MT Black"/>
                <a:ea typeface="宋体"/>
              </a:rPr>
              <a:t>图； </a:t>
            </a:r>
            <a:r>
              <a:rPr lang="en-US" sz="2000" b="0" u="none" strike="noStrike">
                <a:solidFill>
                  <a:schemeClr val="dk1"/>
                </a:solidFill>
                <a:effectLst/>
                <a:uFillTx/>
                <a:latin typeface="Bodoni MT Black"/>
                <a:ea typeface="宋体"/>
              </a:rPr>
              <a:t>(b) </a:t>
            </a:r>
            <a:r>
              <a:rPr lang="zh-CN" sz="2000" b="0" u="none" strike="noStrike">
                <a:solidFill>
                  <a:schemeClr val="dk1"/>
                </a:solidFill>
                <a:effectLst/>
                <a:uFillTx/>
                <a:latin typeface="Bodoni MT Black"/>
                <a:ea typeface="宋体"/>
              </a:rPr>
              <a:t>使用</a:t>
            </a:r>
            <a:r>
              <a:rPr lang="en-US" sz="2000" b="0" u="none" strike="noStrike">
                <a:solidFill>
                  <a:schemeClr val="dk1"/>
                </a:solidFill>
                <a:effectLst/>
                <a:uFillTx/>
                <a:latin typeface="Bodoni MT Black"/>
                <a:ea typeface="宋体"/>
              </a:rPr>
              <a:t>def</a:t>
            </a:r>
            <a:r>
              <a:rPr lang="zh-CN" sz="2000" b="0" u="none" strike="noStrike">
                <a:solidFill>
                  <a:schemeClr val="dk1"/>
                </a:solidFill>
                <a:effectLst/>
                <a:uFillTx/>
                <a:latin typeface="Bodoni MT Black"/>
                <a:ea typeface="宋体"/>
              </a:rPr>
              <a:t>符号细化处理框</a:t>
            </a:r>
            <a:r>
              <a:rPr lang="en-US" sz="2000" b="0" u="none" strike="noStrike">
                <a:solidFill>
                  <a:schemeClr val="dk1"/>
                </a:solidFill>
                <a:effectLst/>
                <a:uFillTx/>
                <a:latin typeface="Bodoni MT Black"/>
                <a:ea typeface="宋体"/>
              </a:rPr>
              <a:t>P2</a:t>
            </a:r>
            <a:endParaRPr lang="en-US" sz="2000" b="0" u="none" strike="noStrike">
              <a:solidFill>
                <a:srgbClr val="000000"/>
              </a:solidFill>
              <a:effectLst/>
              <a:uFillTx/>
              <a:latin typeface="Arial"/>
            </a:endParaRPr>
          </a:p>
        </p:txBody>
      </p:sp>
      <p:sp>
        <p:nvSpPr>
          <p:cNvPr id="24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6.4.3 PAD</a:t>
            </a:r>
            <a:r>
              <a:rPr lang="zh-CN" sz="2400" b="0" u="none" strike="noStrike">
                <a:solidFill>
                  <a:srgbClr val="d9d9d9"/>
                </a:solidFill>
                <a:effectLst/>
                <a:uFillTx/>
                <a:latin typeface="Bodoni MT Black"/>
                <a:ea typeface="宋体"/>
              </a:rPr>
              <a:t>图</a:t>
            </a:r>
            <a:endParaRPr lang="en-US" sz="2400" b="0" u="none" strike="noStrike">
              <a:solidFill>
                <a:srgbClr val="000000"/>
              </a:solidFill>
              <a:effectLst/>
              <a:uFillTx/>
              <a:latin typeface="Arial"/>
            </a:endParaRPr>
          </a:p>
        </p:txBody>
      </p:sp>
      <p:sp>
        <p:nvSpPr>
          <p:cNvPr id="249"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51" name="PlaceHolder 2"/>
          <p:cNvSpPr>
            <a:spLocks noGrp="1"/>
          </p:cNvSpPr>
          <p:nvPr>
            <p:ph/>
          </p:nvPr>
        </p:nvSpPr>
        <p:spPr>
          <a:xfrm>
            <a:off x="395280" y="10526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6.4.4 </a:t>
            </a:r>
            <a:r>
              <a:rPr lang="zh-CN" sz="3200" b="1" u="none" strike="noStrike">
                <a:solidFill>
                  <a:schemeClr val="dk1"/>
                </a:solidFill>
                <a:effectLst/>
                <a:uFillTx/>
                <a:latin typeface="Bodoni MT Black"/>
              </a:rPr>
              <a:t>判定表</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252" name="TextBox 7"/>
          <p:cNvSpPr/>
          <p:nvPr/>
        </p:nvSpPr>
        <p:spPr>
          <a:xfrm>
            <a:off x="395280" y="1628640"/>
            <a:ext cx="822924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ea typeface="宋体"/>
              </a:rPr>
              <a:t>判定表</a:t>
            </a:r>
            <a:r>
              <a:rPr lang="zh-CN" sz="2400" b="0" u="none" strike="noStrike">
                <a:solidFill>
                  <a:schemeClr val="dk1"/>
                </a:solidFill>
                <a:effectLst/>
                <a:uFillTx/>
                <a:latin typeface="Bodoni MT Black"/>
                <a:ea typeface="宋体"/>
              </a:rPr>
              <a:t>能够清晰地表示复杂的条件组合与应做的动作之间的对应关系。判定表由</a:t>
            </a:r>
            <a:r>
              <a:rPr lang="en-US" sz="2400" b="0" u="none" strike="noStrike">
                <a:solidFill>
                  <a:srgbClr val="ff0000"/>
                </a:solidFill>
                <a:effectLst/>
                <a:uFillTx/>
                <a:latin typeface="Bodoni MT Black"/>
                <a:ea typeface="宋体"/>
              </a:rPr>
              <a:t>4</a:t>
            </a:r>
            <a:r>
              <a:rPr lang="zh-CN" sz="2400" b="0" u="none" strike="noStrike">
                <a:solidFill>
                  <a:schemeClr val="dk1"/>
                </a:solidFill>
                <a:effectLst/>
                <a:uFillTx/>
                <a:latin typeface="Bodoni MT Black"/>
                <a:ea typeface="宋体"/>
              </a:rPr>
              <a:t>部分组成：</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左上部列出所有</a:t>
            </a:r>
            <a:r>
              <a:rPr lang="zh-CN" sz="2400" b="0" u="none" strike="noStrike">
                <a:solidFill>
                  <a:srgbClr val="ff0000"/>
                </a:solidFill>
                <a:effectLst/>
                <a:uFillTx/>
                <a:latin typeface="Bodoni MT Black"/>
                <a:ea typeface="宋体"/>
              </a:rPr>
              <a:t>条件</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左下部是所有可能做的</a:t>
            </a:r>
            <a:r>
              <a:rPr lang="zh-CN" sz="2400" b="0" u="none" strike="noStrike">
                <a:solidFill>
                  <a:srgbClr val="ff0000"/>
                </a:solidFill>
                <a:effectLst/>
                <a:uFillTx/>
                <a:latin typeface="Bodoni MT Black"/>
                <a:ea typeface="宋体"/>
              </a:rPr>
              <a:t>动作</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右上部是表示各种条件组合的一个</a:t>
            </a:r>
            <a:r>
              <a:rPr lang="zh-CN" sz="2400" b="0" u="none" strike="noStrike">
                <a:solidFill>
                  <a:srgbClr val="ff0000"/>
                </a:solidFill>
                <a:effectLst/>
                <a:uFillTx/>
                <a:latin typeface="Bodoni MT Black"/>
                <a:ea typeface="宋体"/>
              </a:rPr>
              <a:t>矩阵</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右下部是和每种条件组合相对应的</a:t>
            </a:r>
            <a:r>
              <a:rPr lang="zh-CN" sz="2400" b="0" u="none" strike="noStrike">
                <a:solidFill>
                  <a:srgbClr val="ff0000"/>
                </a:solidFill>
                <a:effectLst/>
                <a:uFillTx/>
                <a:latin typeface="Bodoni MT Black"/>
                <a:ea typeface="宋体"/>
              </a:rPr>
              <a:t>动作</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判定表右半部的每一列实质上是一条</a:t>
            </a:r>
            <a:r>
              <a:rPr lang="zh-CN" sz="2400" b="0" u="none" strike="noStrike">
                <a:solidFill>
                  <a:srgbClr val="ff0000"/>
                </a:solidFill>
                <a:effectLst/>
                <a:uFillTx/>
                <a:latin typeface="Bodoni MT Black"/>
                <a:ea typeface="宋体"/>
              </a:rPr>
              <a:t>规则</a:t>
            </a:r>
            <a:r>
              <a:rPr lang="zh-CN" sz="2400" b="0" u="none" strike="noStrike">
                <a:solidFill>
                  <a:schemeClr val="dk1"/>
                </a:solidFill>
                <a:effectLst/>
                <a:uFillTx/>
                <a:latin typeface="Bodoni MT Black"/>
                <a:ea typeface="宋体"/>
              </a:rPr>
              <a:t>，规定了与特定的条件组合相对应的动作。</a:t>
            </a:r>
            <a:endParaRPr lang="en-US" sz="2400" b="0" u="none" strike="noStrike">
              <a:solidFill>
                <a:srgbClr val="000000"/>
              </a:solidFill>
              <a:effectLst/>
              <a:uFillTx/>
              <a:latin typeface="Arial"/>
            </a:endParaRPr>
          </a:p>
        </p:txBody>
      </p:sp>
      <p:sp>
        <p:nvSpPr>
          <p:cNvPr id="25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6.4.4 </a:t>
            </a:r>
            <a:r>
              <a:rPr lang="zh-CN" sz="2400" b="0" u="none" strike="noStrike">
                <a:solidFill>
                  <a:srgbClr val="d9d9d9"/>
                </a:solidFill>
                <a:effectLst/>
                <a:uFillTx/>
                <a:latin typeface="Bodoni MT Black"/>
                <a:ea typeface="宋体"/>
              </a:rPr>
              <a:t>判定表</a:t>
            </a:r>
            <a:endParaRPr lang="en-US" sz="2400" b="0" u="none" strike="noStrike">
              <a:solidFill>
                <a:srgbClr val="000000"/>
              </a:solidFill>
              <a:effectLst/>
              <a:uFillTx/>
              <a:latin typeface="Arial"/>
            </a:endParaRPr>
          </a:p>
        </p:txBody>
      </p:sp>
      <p:sp>
        <p:nvSpPr>
          <p:cNvPr id="254"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graphicFrame>
        <p:nvGraphicFramePr>
          <p:cNvPr id="256" name="表格 1"/>
          <p:cNvGraphicFramePr/>
          <p:nvPr/>
        </p:nvGraphicFramePr>
        <p:xfrm>
          <a:off x="457200" y="1197000"/>
          <a:ext cx="7772400" cy="4719240"/>
        </p:xfrm>
        <a:graphic>
          <a:graphicData uri="http://schemas.openxmlformats.org/drawingml/2006/table">
            <a:tbl>
              <a:tblPr/>
              <a:tblGrid>
                <a:gridCol w="1191240"/>
                <a:gridCol w="648000"/>
                <a:gridCol w="720000"/>
                <a:gridCol w="549360"/>
                <a:gridCol w="777240"/>
                <a:gridCol w="777240"/>
                <a:gridCol w="777240"/>
                <a:gridCol w="777240"/>
                <a:gridCol w="777240"/>
                <a:gridCol w="777240"/>
              </a:tblGrid>
              <a:tr h="370800">
                <a:tc>
                  <a:txBody>
                    <a:bodyPr anchor="t">
                      <a:noAutofit/>
                    </a:bodyPr>
                    <a:p>
                      <a:pPr defTabSz="914400">
                        <a:lnSpc>
                          <a:spcPct val="100000"/>
                        </a:lnSpc>
                      </a:pPr>
                      <a:endParaRPr lang="en-US" sz="1800" b="1" u="none" strike="noStrike">
                        <a:solidFill>
                          <a:schemeClr val="lt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1</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2</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3</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4</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5</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6</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7</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8</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9</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lang="zh-CN" sz="1800" b="0" u="none" strike="noStrike">
                          <a:solidFill>
                            <a:schemeClr val="dk1"/>
                          </a:solidFill>
                          <a:effectLst/>
                          <a:uFillTx/>
                          <a:latin typeface="Calibri"/>
                        </a:rPr>
                        <a:t>国内乘客</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lang="zh-CN" sz="1800" b="0" u="none" strike="noStrike">
                          <a:solidFill>
                            <a:schemeClr val="dk1"/>
                          </a:solidFill>
                          <a:effectLst/>
                          <a:uFillTx/>
                          <a:latin typeface="Calibri"/>
                        </a:rPr>
                        <a:t>头等舱</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lang="zh-CN" sz="1800" b="0" u="none" strike="noStrike">
                          <a:solidFill>
                            <a:schemeClr val="dk1"/>
                          </a:solidFill>
                          <a:effectLst/>
                          <a:uFillTx/>
                          <a:latin typeface="Calibri"/>
                        </a:rPr>
                        <a:t>残疾乘客</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algn="l" pos="0"/>
                        </a:tabLst>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algn="l" pos="0"/>
                        </a:tabLst>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lang="zh-CN" sz="1800" b="0" u="none" strike="noStrike">
                          <a:solidFill>
                            <a:schemeClr val="dk1"/>
                          </a:solidFill>
                          <a:effectLst/>
                          <a:uFillTx/>
                          <a:latin typeface="Calibri"/>
                        </a:rPr>
                        <a:t>行李重量</a:t>
                      </a:r>
                      <a:r>
                        <a:rPr lang="en-US" sz="1800" b="0" u="none" strike="noStrike">
                          <a:solidFill>
                            <a:schemeClr val="dk1"/>
                          </a:solidFill>
                          <a:effectLst/>
                          <a:uFillTx/>
                          <a:latin typeface="Calibri"/>
                        </a:rPr>
                        <a:t>W≤30kg</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F</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lang="zh-CN" sz="1800" b="0" u="none" strike="noStrike">
                          <a:solidFill>
                            <a:schemeClr val="dk1"/>
                          </a:solidFill>
                          <a:effectLst/>
                          <a:uFillTx/>
                          <a:latin typeface="Calibri"/>
                        </a:rPr>
                        <a:t>免费</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lang="en-US" sz="1800" b="0" u="none" strike="noStrike">
                          <a:solidFill>
                            <a:schemeClr val="dk1"/>
                          </a:solidFill>
                          <a:effectLst/>
                          <a:uFillTx/>
                          <a:latin typeface="Calibri"/>
                        </a:rPr>
                        <a:t>(W-30)X2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tabLst>
                          <a:tab algn="l" pos="0"/>
                        </a:tabLst>
                      </a:pPr>
                      <a:r>
                        <a:rPr lang="en-US" sz="1800" b="0" u="none" strike="noStrike">
                          <a:solidFill>
                            <a:schemeClr val="dk1"/>
                          </a:solidFill>
                          <a:effectLst/>
                          <a:uFillTx/>
                          <a:latin typeface="Calibri"/>
                        </a:rPr>
                        <a:t>(W-30)X3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tabLst>
                          <a:tab algn="l" pos="0"/>
                        </a:tabLst>
                      </a:pPr>
                      <a:r>
                        <a:rPr lang="en-US" sz="1800" b="0" u="none" strike="noStrike">
                          <a:solidFill>
                            <a:schemeClr val="dk1"/>
                          </a:solidFill>
                          <a:effectLst/>
                          <a:uFillTx/>
                          <a:latin typeface="Calibri"/>
                        </a:rPr>
                        <a:t>(W-30)X4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tabLst>
                          <a:tab algn="l" pos="0"/>
                        </a:tabLst>
                      </a:pPr>
                      <a:r>
                        <a:rPr lang="en-US" sz="1800" b="0" u="none" strike="noStrike">
                          <a:solidFill>
                            <a:schemeClr val="dk1"/>
                          </a:solidFill>
                          <a:effectLst/>
                          <a:uFillTx/>
                          <a:latin typeface="Calibri"/>
                        </a:rPr>
                        <a:t>(W-30)X6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tabLst>
                          <a:tab algn="l" pos="0"/>
                        </a:tabLst>
                      </a:pPr>
                      <a:r>
                        <a:rPr lang="en-US" sz="1800" b="0" u="none" strike="noStrike">
                          <a:solidFill>
                            <a:schemeClr val="dk1"/>
                          </a:solidFill>
                          <a:effectLst/>
                          <a:uFillTx/>
                          <a:latin typeface="Calibri"/>
                        </a:rPr>
                        <a:t>(W-30)X8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tabLst>
                          <a:tab algn="l" pos="0"/>
                        </a:tabLst>
                      </a:pPr>
                      <a:r>
                        <a:rPr lang="en-US" sz="1800" b="0" u="none" strike="noStrike">
                          <a:solidFill>
                            <a:schemeClr val="dk1"/>
                          </a:solidFill>
                          <a:effectLst/>
                          <a:uFillTx/>
                          <a:latin typeface="Calibri"/>
                        </a:rPr>
                        <a:t>(W-30)X12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endParaRPr lang="en-US" sz="18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
        <p:nvSpPr>
          <p:cNvPr id="25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6.4.4 </a:t>
            </a:r>
            <a:r>
              <a:rPr lang="zh-CN" sz="2400" b="0" u="none" strike="noStrike">
                <a:solidFill>
                  <a:srgbClr val="d9d9d9"/>
                </a:solidFill>
                <a:effectLst/>
                <a:uFillTx/>
                <a:latin typeface="Bodoni MT Black"/>
                <a:ea typeface="宋体"/>
              </a:rPr>
              <a:t>判定表</a:t>
            </a:r>
            <a:endParaRPr lang="en-US" sz="2400" b="0" u="none" strike="noStrike">
              <a:solidFill>
                <a:srgbClr val="000000"/>
              </a:solidFill>
              <a:effectLst/>
              <a:uFillTx/>
              <a:latin typeface="Arial"/>
            </a:endParaRPr>
          </a:p>
        </p:txBody>
      </p:sp>
      <p:sp>
        <p:nvSpPr>
          <p:cNvPr id="258"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259" name="矩形 2"/>
          <p:cNvSpPr/>
          <p:nvPr/>
        </p:nvSpPr>
        <p:spPr>
          <a:xfrm>
            <a:off x="251640" y="1484640"/>
            <a:ext cx="1439640" cy="1800000"/>
          </a:xfrm>
          <a:prstGeom prst="rect">
            <a:avLst/>
          </a:prstGeom>
          <a:noFill/>
          <a:ln w="57150">
            <a:solidFill>
              <a:srgbClr val="ffc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0" name="文本框 3"/>
          <p:cNvSpPr/>
          <p:nvPr/>
        </p:nvSpPr>
        <p:spPr>
          <a:xfrm>
            <a:off x="323640" y="860400"/>
            <a:ext cx="1008360" cy="584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3200" b="1" u="none" strike="noStrike">
                <a:solidFill>
                  <a:srgbClr val="ffc000"/>
                </a:solidFill>
                <a:effectLst/>
                <a:uFillTx/>
                <a:latin typeface="Arial"/>
                <a:ea typeface="宋体"/>
              </a:rPr>
              <a:t>条件</a:t>
            </a:r>
            <a:endParaRPr lang="en-US" sz="3200" b="0" u="none" strike="noStrike">
              <a:solidFill>
                <a:srgbClr val="000000"/>
              </a:solidFill>
              <a:effectLst/>
              <a:uFillTx/>
              <a:latin typeface="Arial"/>
            </a:endParaRPr>
          </a:p>
        </p:txBody>
      </p:sp>
      <p:sp>
        <p:nvSpPr>
          <p:cNvPr id="261" name="矩形 7"/>
          <p:cNvSpPr/>
          <p:nvPr/>
        </p:nvSpPr>
        <p:spPr>
          <a:xfrm>
            <a:off x="251640" y="3364560"/>
            <a:ext cx="1439640" cy="2561040"/>
          </a:xfrm>
          <a:prstGeom prst="rect">
            <a:avLst/>
          </a:prstGeom>
          <a:noFill/>
          <a:ln w="57150">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2" name="文本框 8"/>
          <p:cNvSpPr/>
          <p:nvPr/>
        </p:nvSpPr>
        <p:spPr>
          <a:xfrm>
            <a:off x="0" y="5793840"/>
            <a:ext cx="1832040" cy="584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3200" b="1" u="none" strike="noStrike">
                <a:solidFill>
                  <a:srgbClr val="00b050"/>
                </a:solidFill>
                <a:effectLst/>
                <a:uFillTx/>
                <a:latin typeface="Arial"/>
                <a:ea typeface="宋体"/>
              </a:rPr>
              <a:t>动作选项</a:t>
            </a:r>
            <a:endParaRPr lang="en-US" sz="3200" b="0" u="none" strike="noStrike">
              <a:solidFill>
                <a:srgbClr val="000000"/>
              </a:solidFill>
              <a:effectLst/>
              <a:uFillTx/>
              <a:latin typeface="Arial"/>
            </a:endParaRPr>
          </a:p>
        </p:txBody>
      </p:sp>
      <p:sp>
        <p:nvSpPr>
          <p:cNvPr id="263" name="矩形 10"/>
          <p:cNvSpPr/>
          <p:nvPr/>
        </p:nvSpPr>
        <p:spPr>
          <a:xfrm>
            <a:off x="1764360" y="3361680"/>
            <a:ext cx="6465240" cy="2563560"/>
          </a:xfrm>
          <a:prstGeom prst="rect">
            <a:avLst/>
          </a:prstGeom>
          <a:noFill/>
          <a:ln w="57150">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4" name="文本框 11"/>
          <p:cNvSpPr/>
          <p:nvPr/>
        </p:nvSpPr>
        <p:spPr>
          <a:xfrm>
            <a:off x="5868000" y="3556800"/>
            <a:ext cx="1832040" cy="584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3200" b="1" u="none" strike="noStrike">
                <a:solidFill>
                  <a:srgbClr val="ff0000"/>
                </a:solidFill>
                <a:effectLst/>
                <a:uFillTx/>
                <a:latin typeface="Arial"/>
                <a:ea typeface="宋体"/>
              </a:rPr>
              <a:t>执行动作</a:t>
            </a:r>
            <a:endParaRPr lang="en-US" sz="3200" b="0" u="none" strike="noStrike">
              <a:solidFill>
                <a:srgbClr val="000000"/>
              </a:solidFill>
              <a:effectLst/>
              <a:uFillTx/>
              <a:latin typeface="Arial"/>
            </a:endParaRPr>
          </a:p>
        </p:txBody>
      </p:sp>
      <p:sp>
        <p:nvSpPr>
          <p:cNvPr id="265" name="矩形 12"/>
          <p:cNvSpPr/>
          <p:nvPr/>
        </p:nvSpPr>
        <p:spPr>
          <a:xfrm>
            <a:off x="1764360" y="1503000"/>
            <a:ext cx="6407640" cy="1800000"/>
          </a:xfrm>
          <a:prstGeom prst="rect">
            <a:avLst/>
          </a:prstGeom>
          <a:noFill/>
          <a:ln w="57150">
            <a:solidFill>
              <a:srgbClr val="7030a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6" name="文本框 13"/>
          <p:cNvSpPr/>
          <p:nvPr/>
        </p:nvSpPr>
        <p:spPr>
          <a:xfrm>
            <a:off x="6339960" y="2679480"/>
            <a:ext cx="1832040" cy="584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3200" b="1" u="none" strike="noStrike">
                <a:solidFill>
                  <a:srgbClr val="7030a0"/>
                </a:solidFill>
                <a:effectLst/>
                <a:uFillTx/>
                <a:latin typeface="Arial"/>
                <a:ea typeface="宋体"/>
              </a:rPr>
              <a:t>条件选择</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57200" y="189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68" name="PlaceHolder 2"/>
          <p:cNvSpPr>
            <a:spLocks noGrp="1"/>
          </p:cNvSpPr>
          <p:nvPr>
            <p:ph/>
          </p:nvPr>
        </p:nvSpPr>
        <p:spPr>
          <a:xfrm>
            <a:off x="395280" y="12682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6.4.5 </a:t>
            </a:r>
            <a:r>
              <a:rPr lang="zh-CN" sz="3200" b="1" u="none" strike="noStrike">
                <a:solidFill>
                  <a:schemeClr val="dk1"/>
                </a:solidFill>
                <a:effectLst/>
                <a:uFillTx/>
                <a:latin typeface="Bodoni MT Black"/>
              </a:rPr>
              <a:t>判定树</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269" name="TextBox 7"/>
          <p:cNvSpPr/>
          <p:nvPr/>
        </p:nvSpPr>
        <p:spPr>
          <a:xfrm>
            <a:off x="395280" y="1917000"/>
            <a:ext cx="8229240" cy="97380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ea typeface="宋体"/>
              </a:rPr>
              <a:t>判定树</a:t>
            </a:r>
            <a:r>
              <a:rPr lang="zh-CN" sz="2400" b="0" u="none" strike="noStrike">
                <a:solidFill>
                  <a:schemeClr val="dk1"/>
                </a:solidFill>
                <a:effectLst/>
                <a:uFillTx/>
                <a:latin typeface="Bodoni MT Black"/>
                <a:ea typeface="宋体"/>
              </a:rPr>
              <a:t>是判定表的变种，它也能清晰地表示复杂的条件组合与应做的动作之间的对应关系。</a:t>
            </a:r>
            <a:endParaRPr lang="en-US" sz="2400" b="0" u="none" strike="noStrike">
              <a:solidFill>
                <a:srgbClr val="000000"/>
              </a:solidFill>
              <a:effectLst/>
              <a:uFillTx/>
              <a:latin typeface="Arial"/>
            </a:endParaRPr>
          </a:p>
        </p:txBody>
      </p:sp>
      <p:pic>
        <p:nvPicPr>
          <p:cNvPr id="270" name="图片 1"/>
          <p:cNvPicPr/>
          <p:nvPr/>
        </p:nvPicPr>
        <p:blipFill>
          <a:blip r:embed="rId1"/>
          <a:stretch/>
        </p:blipFill>
        <p:spPr>
          <a:xfrm>
            <a:off x="1576440" y="3068640"/>
            <a:ext cx="6003720" cy="2760480"/>
          </a:xfrm>
          <a:prstGeom prst="rect">
            <a:avLst/>
          </a:prstGeom>
          <a:noFill/>
          <a:ln w="9525">
            <a:noFill/>
          </a:ln>
        </p:spPr>
      </p:pic>
      <p:sp>
        <p:nvSpPr>
          <p:cNvPr id="27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6.4.5 </a:t>
            </a:r>
            <a:r>
              <a:rPr lang="zh-CN" sz="2400" b="0" u="none" strike="noStrike">
                <a:solidFill>
                  <a:srgbClr val="d9d9d9"/>
                </a:solidFill>
                <a:effectLst/>
                <a:uFillTx/>
                <a:latin typeface="Bodoni MT Black"/>
                <a:ea typeface="宋体"/>
              </a:rPr>
              <a:t>判定树</a:t>
            </a:r>
            <a:endParaRPr lang="en-US" sz="2400" b="0" u="none" strike="noStrike">
              <a:solidFill>
                <a:srgbClr val="000000"/>
              </a:solidFill>
              <a:effectLst/>
              <a:uFillTx/>
              <a:latin typeface="Arial"/>
            </a:endParaRPr>
          </a:p>
        </p:txBody>
      </p:sp>
      <p:sp>
        <p:nvSpPr>
          <p:cNvPr id="27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工</a:t>
            </a:r>
            <a:r>
              <a:rPr lang="zh-CN" sz="4400" b="1" u="none" strike="noStrike">
                <a:solidFill>
                  <a:schemeClr val="dk1"/>
                </a:solidFill>
                <a:effectLst/>
                <a:uFillTx/>
                <a:latin typeface="Bodoni MT Black"/>
              </a:rPr>
              <a:t>具</a:t>
            </a:r>
            <a:endParaRPr lang="es-ES" sz="4400" b="0" u="none" strike="noStrike">
              <a:solidFill>
                <a:schemeClr val="dk1"/>
              </a:solidFill>
              <a:effectLst/>
              <a:uFillTx/>
              <a:latin typeface="Arial"/>
            </a:endParaRPr>
          </a:p>
        </p:txBody>
      </p:sp>
      <p:sp>
        <p:nvSpPr>
          <p:cNvPr id="274" name="PlaceHolder 2"/>
          <p:cNvSpPr>
            <a:spLocks noGrp="1"/>
          </p:cNvSpPr>
          <p:nvPr>
            <p:ph/>
          </p:nvPr>
        </p:nvSpPr>
        <p:spPr>
          <a:xfrm>
            <a:off x="395280" y="104616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6.4.6 </a:t>
            </a:r>
            <a:r>
              <a:rPr lang="zh-CN" sz="3200" b="1" u="none" strike="noStrike">
                <a:solidFill>
                  <a:schemeClr val="dk1"/>
                </a:solidFill>
                <a:effectLst/>
                <a:uFillTx/>
                <a:latin typeface="Bodoni MT Black"/>
              </a:rPr>
              <a:t>过程设计语言</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275" name="TextBox 7"/>
          <p:cNvSpPr/>
          <p:nvPr/>
        </p:nvSpPr>
        <p:spPr>
          <a:xfrm>
            <a:off x="395280" y="1721520"/>
            <a:ext cx="822924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ea typeface="宋体"/>
              </a:rPr>
              <a:t>过程设计语言（</a:t>
            </a:r>
            <a:r>
              <a:rPr lang="en-US" sz="2400" b="0" u="none" strike="noStrike">
                <a:solidFill>
                  <a:srgbClr val="ff0000"/>
                </a:solidFill>
                <a:effectLst/>
                <a:uFillTx/>
                <a:latin typeface="Bodoni MT Black"/>
                <a:ea typeface="宋体"/>
              </a:rPr>
              <a:t>PDL</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也称为</a:t>
            </a:r>
            <a:r>
              <a:rPr lang="zh-CN" sz="2400" b="0" u="none" strike="noStrike">
                <a:solidFill>
                  <a:srgbClr val="ff0000"/>
                </a:solidFill>
                <a:effectLst/>
                <a:uFillTx/>
                <a:latin typeface="Bodoni MT Black"/>
                <a:ea typeface="宋体"/>
              </a:rPr>
              <a:t>伪码</a:t>
            </a:r>
            <a:r>
              <a:rPr lang="zh-CN" sz="2400" b="0" u="none" strike="noStrike">
                <a:solidFill>
                  <a:schemeClr val="dk1"/>
                </a:solidFill>
                <a:effectLst/>
                <a:uFillTx/>
                <a:latin typeface="Bodoni MT Black"/>
                <a:ea typeface="宋体"/>
              </a:rPr>
              <a:t>。是用</a:t>
            </a:r>
            <a:r>
              <a:rPr lang="zh-CN" sz="2400" b="0" u="none" strike="noStrike">
                <a:solidFill>
                  <a:srgbClr val="ff0000"/>
                </a:solidFill>
                <a:effectLst/>
                <a:uFillTx/>
                <a:latin typeface="Bodoni MT Black"/>
                <a:ea typeface="宋体"/>
              </a:rPr>
              <a:t>正文形式</a:t>
            </a:r>
            <a:r>
              <a:rPr lang="zh-CN" sz="2400" b="0" u="none" strike="noStrike">
                <a:solidFill>
                  <a:schemeClr val="dk1"/>
                </a:solidFill>
                <a:effectLst/>
                <a:uFillTx/>
                <a:latin typeface="Bodoni MT Black"/>
                <a:ea typeface="宋体"/>
              </a:rPr>
              <a:t>表示数据和处理过程的设计工具。</a:t>
            </a:r>
            <a:r>
              <a:rPr lang="en-US" sz="2400" b="0" u="none" strike="noStrike">
                <a:solidFill>
                  <a:schemeClr val="dk1"/>
                </a:solidFill>
                <a:effectLst/>
                <a:uFillTx/>
                <a:latin typeface="Bodoni MT Black"/>
                <a:ea typeface="宋体"/>
              </a:rPr>
              <a:t>PDL</a:t>
            </a:r>
            <a:r>
              <a:rPr lang="zh-CN" sz="2400" b="0" u="none" strike="noStrike">
                <a:solidFill>
                  <a:schemeClr val="dk1"/>
                </a:solidFill>
                <a:effectLst/>
                <a:uFillTx/>
                <a:latin typeface="Bodoni MT Black"/>
                <a:ea typeface="宋体"/>
              </a:rPr>
              <a:t>有下述特点</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关键字的固定语法，它提供了结构化控制结构、数据说明和模块化的特点。如，</a:t>
            </a:r>
            <a:r>
              <a:rPr lang="en-US" sz="2400" b="0" u="none" strike="noStrike">
                <a:solidFill>
                  <a:schemeClr val="dk1"/>
                </a:solidFill>
                <a:effectLst/>
                <a:uFillTx/>
                <a:latin typeface="Bodoni MT Black"/>
                <a:ea typeface="宋体"/>
              </a:rPr>
              <a:t>if…fi</a:t>
            </a:r>
            <a:r>
              <a:rPr lang="zh-CN" sz="2400" b="0" u="none" strike="noStrike">
                <a:solidFill>
                  <a:schemeClr val="dk1"/>
                </a:solidFill>
                <a:effectLst/>
                <a:uFillTx/>
                <a:latin typeface="Bodoni MT Black"/>
                <a:ea typeface="宋体"/>
              </a:rPr>
              <a:t>（或</a:t>
            </a:r>
            <a:r>
              <a:rPr lang="en-US" sz="2400" b="0" u="none" strike="noStrike">
                <a:solidFill>
                  <a:schemeClr val="dk1"/>
                </a:solidFill>
                <a:effectLst/>
                <a:uFillTx/>
                <a:latin typeface="Bodoni MT Black"/>
                <a:ea typeface="宋体"/>
              </a:rPr>
              <a:t>endif </a:t>
            </a:r>
            <a:r>
              <a:rPr lang="zh-CN" sz="2400" b="0" u="none" strike="noStrike">
                <a:solidFill>
                  <a:schemeClr val="dk1"/>
                </a:solidFill>
                <a:effectLst/>
                <a:uFillTx/>
                <a:latin typeface="Bodoni MT Black"/>
                <a:ea typeface="宋体"/>
              </a:rPr>
              <a:t>）等</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自然语言的自由语法，它描述处理特点。</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数据说明的手段。应该既包括简单的数据结构（例如纯量和数组），又包括复杂的数据结构（例如，链表或层次的数据结构）。</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模块定义和调用的技术，应该提供各种接口描述模式。</a:t>
            </a:r>
            <a:endParaRPr lang="en-US" sz="2400" b="0" u="none" strike="noStrike">
              <a:solidFill>
                <a:srgbClr val="000000"/>
              </a:solidFill>
              <a:effectLst/>
              <a:uFillTx/>
              <a:latin typeface="Arial"/>
            </a:endParaRPr>
          </a:p>
        </p:txBody>
      </p:sp>
      <p:sp>
        <p:nvSpPr>
          <p:cNvPr id="27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6.4.6 </a:t>
            </a:r>
            <a:r>
              <a:rPr lang="zh-CN" sz="2400" b="0" u="none" strike="noStrike">
                <a:solidFill>
                  <a:srgbClr val="d9d9d9"/>
                </a:solidFill>
                <a:effectLst/>
                <a:uFillTx/>
                <a:latin typeface="Bodoni MT Black"/>
                <a:ea typeface="宋体"/>
              </a:rPr>
              <a:t>过程设计语言</a:t>
            </a:r>
            <a:endParaRPr lang="en-US" sz="2400" b="0" u="none" strike="noStrike">
              <a:solidFill>
                <a:srgbClr val="000000"/>
              </a:solidFill>
              <a:effectLst/>
              <a:uFillTx/>
              <a:latin typeface="Arial"/>
            </a:endParaRPr>
          </a:p>
        </p:txBody>
      </p:sp>
      <p:sp>
        <p:nvSpPr>
          <p:cNvPr id="27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6.4 </a:t>
            </a:r>
            <a:r>
              <a:rPr lang="zh-CN" sz="4400" b="1" u="none" strike="noStrike">
                <a:solidFill>
                  <a:schemeClr val="dk1"/>
                </a:solidFill>
                <a:effectLst/>
                <a:uFillTx/>
                <a:latin typeface="Bodoni MT Black"/>
              </a:rPr>
              <a:t>过程设计的工具</a:t>
            </a:r>
            <a:endParaRPr lang="es-ES" sz="4400" b="0" u="none" strike="noStrike">
              <a:solidFill>
                <a:schemeClr val="dk1"/>
              </a:solidFill>
              <a:effectLst/>
              <a:uFillTx/>
              <a:latin typeface="Arial"/>
            </a:endParaRPr>
          </a:p>
        </p:txBody>
      </p:sp>
      <p:sp>
        <p:nvSpPr>
          <p:cNvPr id="279" name="TextBox 7"/>
          <p:cNvSpPr/>
          <p:nvPr/>
        </p:nvSpPr>
        <p:spPr>
          <a:xfrm>
            <a:off x="251640" y="1052640"/>
            <a:ext cx="8568720" cy="48931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lang="en-US" sz="2400" b="0" u="none" strike="noStrike">
                <a:solidFill>
                  <a:schemeClr val="dk1"/>
                </a:solidFill>
                <a:effectLst/>
                <a:uFillTx/>
                <a:latin typeface="Bodoni MT Black"/>
                <a:ea typeface="宋体"/>
              </a:rPr>
              <a:t>PDL</a:t>
            </a:r>
            <a:r>
              <a:rPr lang="zh-CN" sz="2400" b="0" u="none" strike="noStrike">
                <a:solidFill>
                  <a:schemeClr val="dk1"/>
                </a:solidFill>
                <a:effectLst/>
                <a:uFillTx/>
                <a:latin typeface="Bodoni MT Black"/>
                <a:ea typeface="宋体"/>
              </a:rPr>
              <a:t>优点：</a:t>
            </a:r>
            <a:endParaRPr lang="en-US" sz="2400" b="0" u="none" strike="noStrike">
              <a:solidFill>
                <a:srgbClr val="000000"/>
              </a:solidFill>
              <a:effectLst/>
              <a:uFillTx/>
              <a:latin typeface="Arial"/>
            </a:endParaRPr>
          </a:p>
          <a:p>
            <a:pPr marL="343080" indent="-343080">
              <a:lnSpc>
                <a:spcPct val="150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可以作为注释直接插在源程序中间。</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可以使用普通的正文编辑程序或文字处理系统，很方便地完成</a:t>
            </a:r>
            <a:r>
              <a:rPr lang="en-US" sz="2400" b="0" u="none" strike="noStrike">
                <a:solidFill>
                  <a:schemeClr val="dk1"/>
                </a:solidFill>
                <a:effectLst/>
                <a:uFillTx/>
                <a:latin typeface="Bodoni MT Black"/>
                <a:ea typeface="宋体"/>
              </a:rPr>
              <a:t>PDL</a:t>
            </a:r>
            <a:r>
              <a:rPr lang="zh-CN" sz="2400" b="0" u="none" strike="noStrike">
                <a:solidFill>
                  <a:schemeClr val="dk1"/>
                </a:solidFill>
                <a:effectLst/>
                <a:uFillTx/>
                <a:latin typeface="Bodoni MT Black"/>
                <a:ea typeface="宋体"/>
              </a:rPr>
              <a:t>的书写和编辑工作。</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已经有</a:t>
            </a:r>
            <a:r>
              <a:rPr lang="zh-CN" sz="2400" b="0" u="none" strike="noStrike">
                <a:solidFill>
                  <a:srgbClr val="ff0000"/>
                </a:solidFill>
                <a:effectLst/>
                <a:uFillTx/>
                <a:latin typeface="Bodoni MT Black"/>
                <a:ea typeface="宋体"/>
              </a:rPr>
              <a:t>自动处理</a:t>
            </a:r>
            <a:r>
              <a:rPr lang="en-US" sz="2400" b="0" u="none" strike="noStrike">
                <a:solidFill>
                  <a:srgbClr val="ff0000"/>
                </a:solidFill>
                <a:effectLst/>
                <a:uFillTx/>
                <a:latin typeface="Bodoni MT Black"/>
                <a:ea typeface="宋体"/>
              </a:rPr>
              <a:t>PDL</a:t>
            </a:r>
            <a:r>
              <a:rPr lang="zh-CN" sz="2400" b="0" u="none" strike="noStrike">
                <a:solidFill>
                  <a:srgbClr val="ff0000"/>
                </a:solidFill>
                <a:effectLst/>
                <a:uFillTx/>
                <a:latin typeface="Bodoni MT Black"/>
                <a:ea typeface="宋体"/>
              </a:rPr>
              <a:t>的程序</a:t>
            </a:r>
            <a:r>
              <a:rPr lang="zh-CN" sz="2400" b="0" u="none" strike="noStrike">
                <a:solidFill>
                  <a:schemeClr val="dk1"/>
                </a:solidFill>
                <a:effectLst/>
                <a:uFillTx/>
                <a:latin typeface="Bodoni MT Black"/>
                <a:ea typeface="宋体"/>
              </a:rPr>
              <a:t>存在，而且可以自动由</a:t>
            </a:r>
            <a:r>
              <a:rPr lang="en-US" sz="2400" b="0" u="none" strike="noStrike">
                <a:solidFill>
                  <a:schemeClr val="dk1"/>
                </a:solidFill>
                <a:effectLst/>
                <a:uFillTx/>
                <a:latin typeface="Bodoni MT Black"/>
                <a:ea typeface="宋体"/>
              </a:rPr>
              <a:t>PDL</a:t>
            </a:r>
            <a:r>
              <a:rPr lang="zh-CN" sz="2400" b="0" u="none" strike="noStrike">
                <a:solidFill>
                  <a:schemeClr val="dk1"/>
                </a:solidFill>
                <a:effectLst/>
                <a:uFillTx/>
                <a:latin typeface="Bodoni MT Black"/>
                <a:ea typeface="宋体"/>
              </a:rPr>
              <a:t>生成程序代码。</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PDL</a:t>
            </a:r>
            <a:r>
              <a:rPr lang="zh-CN" sz="2400" b="0" u="none" strike="noStrike">
                <a:solidFill>
                  <a:schemeClr val="dk1"/>
                </a:solidFill>
                <a:effectLst/>
                <a:uFillTx/>
                <a:latin typeface="Bodoni MT Black"/>
                <a:ea typeface="宋体"/>
              </a:rPr>
              <a:t>缺点：</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不如图形工具形象直观，描述复杂的条件组合与动作间的对应关系时，不如判定表清晰简单。</a:t>
            </a:r>
            <a:endParaRPr lang="en-US" sz="2400" b="0" u="none" strike="noStrike">
              <a:solidFill>
                <a:srgbClr val="000000"/>
              </a:solidFill>
              <a:effectLst/>
              <a:uFillTx/>
              <a:latin typeface="Arial"/>
            </a:endParaRPr>
          </a:p>
        </p:txBody>
      </p:sp>
      <p:sp>
        <p:nvSpPr>
          <p:cNvPr id="28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6.4.6 </a:t>
            </a:r>
            <a:r>
              <a:rPr lang="zh-CN" sz="2400" b="0" u="none" strike="noStrike">
                <a:solidFill>
                  <a:srgbClr val="d9d9d9"/>
                </a:solidFill>
                <a:effectLst/>
                <a:uFillTx/>
                <a:latin typeface="Bodoni MT Black"/>
                <a:ea typeface="宋体"/>
              </a:rPr>
              <a:t>过程设计语言</a:t>
            </a:r>
            <a:endParaRPr lang="en-US" sz="2400" b="0" u="none" strike="noStrike">
              <a:solidFill>
                <a:srgbClr val="000000"/>
              </a:solidFill>
              <a:effectLst/>
              <a:uFillTx/>
              <a:latin typeface="Arial"/>
            </a:endParaRPr>
          </a:p>
        </p:txBody>
      </p:sp>
      <p:sp>
        <p:nvSpPr>
          <p:cNvPr id="28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1 Título"/>
          <p:cNvSpPr/>
          <p:nvPr/>
        </p:nvSpPr>
        <p:spPr>
          <a:xfrm>
            <a:off x="739800" y="189000"/>
            <a:ext cx="7648200" cy="863280"/>
          </a:xfrm>
          <a:prstGeom prst="rect">
            <a:avLst/>
          </a:prstGeom>
          <a:noFill/>
          <a:ln w="9525">
            <a:noFill/>
          </a:ln>
        </p:spPr>
        <p:style>
          <a:lnRef idx="0"/>
          <a:fillRef idx="0"/>
          <a:effectRef idx="0"/>
          <a:fontRef idx="minor"/>
        </p:style>
        <p:txBody>
          <a:bodyPr lIns="90000" rIns="90000" tIns="45000" bIns="45000" anchor="ctr">
            <a:noAutofit/>
          </a:bodyPr>
          <a:p>
            <a:pPr algn="ctr">
              <a:lnSpc>
                <a:spcPts val="5763"/>
              </a:lnSpc>
            </a:pPr>
            <a:r>
              <a:rPr lang="zh-CN" sz="5400" b="1" u="none" strike="noStrike">
                <a:solidFill>
                  <a:schemeClr val="dk1"/>
                </a:solidFill>
                <a:effectLst/>
                <a:uFillTx/>
                <a:latin typeface="Bodoni MT Black"/>
                <a:ea typeface="宋体"/>
              </a:rPr>
              <a:t>主要内容</a:t>
            </a:r>
            <a:endParaRPr lang="en-US" sz="5400" b="0" u="none" strike="noStrike">
              <a:solidFill>
                <a:srgbClr val="000000"/>
              </a:solidFill>
              <a:effectLst/>
              <a:uFillTx/>
              <a:latin typeface="Arial"/>
            </a:endParaRPr>
          </a:p>
        </p:txBody>
      </p:sp>
      <p:sp>
        <p:nvSpPr>
          <p:cNvPr id="283"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284" name="1 Título"/>
          <p:cNvSpPr/>
          <p:nvPr/>
        </p:nvSpPr>
        <p:spPr>
          <a:xfrm>
            <a:off x="2792520" y="627552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6.5 </a:t>
            </a:r>
            <a:r>
              <a:rPr lang="zh-CN" sz="2400" b="0" u="none" strike="noStrike">
                <a:solidFill>
                  <a:srgbClr val="d9d9d9"/>
                </a:solidFill>
                <a:effectLst/>
                <a:uFillTx/>
                <a:latin typeface="Bodoni MT Black"/>
              </a:rPr>
              <a:t>面向数据</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结构的设计方法</a:t>
            </a:r>
            <a:endParaRPr lang="en-US" sz="2400" b="0" u="none" strike="noStrike">
              <a:solidFill>
                <a:srgbClr val="000000"/>
              </a:solidFill>
              <a:effectLst/>
              <a:uFillTx/>
              <a:latin typeface="Arial"/>
            </a:endParaRPr>
          </a:p>
        </p:txBody>
      </p:sp>
      <p:pic>
        <p:nvPicPr>
          <p:cNvPr id="285"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286"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287"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88"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89"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90" name="TextBox 6"/>
          <p:cNvSpPr/>
          <p:nvPr/>
        </p:nvSpPr>
        <p:spPr>
          <a:xfrm>
            <a:off x="775800" y="407412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9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292" name="矩形 13"/>
          <p:cNvSpPr/>
          <p:nvPr/>
        </p:nvSpPr>
        <p:spPr>
          <a:xfrm>
            <a:off x="637920" y="415368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93" name="等腰三角形 14"/>
          <p:cNvSpPr/>
          <p:nvPr/>
        </p:nvSpPr>
        <p:spPr>
          <a:xfrm rot="5400000">
            <a:off x="45720" y="423936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94" name="Rectangle 3"/>
          <p:cNvSpPr/>
          <p:nvPr/>
        </p:nvSpPr>
        <p:spPr>
          <a:xfrm>
            <a:off x="257040" y="1051920"/>
            <a:ext cx="8229240" cy="4381200"/>
          </a:xfrm>
          <a:prstGeom prst="rect">
            <a:avLst/>
          </a:prstGeom>
          <a:noFill/>
          <a:ln w="0">
            <a:noFill/>
          </a:ln>
        </p:spPr>
        <p:style>
          <a:lnRef idx="0"/>
          <a:fillRef idx="0"/>
          <a:effectRef idx="0"/>
          <a:fontRef idx="minor"/>
        </p:style>
        <p:txBody>
          <a:bodyPr lIns="90000" rIns="90000" tIns="45000" bIns="45000" anchor="t">
            <a:noAutofit/>
          </a:bodyPr>
          <a:p>
            <a:pPr>
              <a:lnSpc>
                <a:spcPct val="200000"/>
              </a:lnSpc>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6.1   </a:t>
            </a:r>
            <a:r>
              <a:rPr lang="zh-CN" sz="2400" b="1" u="none" strike="noStrike">
                <a:solidFill>
                  <a:schemeClr val="dk1"/>
                </a:solidFill>
                <a:effectLst/>
                <a:uFillTx/>
                <a:latin typeface="Bodoni MT Black"/>
              </a:rPr>
              <a:t>结构程序设计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6.2   </a:t>
            </a:r>
            <a:r>
              <a:rPr lang="zh-CN" sz="2400" b="1" u="none" strike="noStrike">
                <a:solidFill>
                  <a:schemeClr val="dk1"/>
                </a:solidFill>
                <a:effectLst/>
                <a:uFillTx/>
                <a:latin typeface="Bodoni MT Black"/>
              </a:rPr>
              <a:t>人机界面设计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6.3   </a:t>
            </a:r>
            <a:r>
              <a:rPr lang="zh-CN" sz="2400" b="1" u="none" strike="noStrike">
                <a:solidFill>
                  <a:schemeClr val="dk1"/>
                </a:solidFill>
                <a:effectLst/>
                <a:uFillTx/>
                <a:latin typeface="Bodoni MT Black"/>
              </a:rPr>
              <a:t>数据设计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6.4   </a:t>
            </a:r>
            <a:r>
              <a:rPr lang="zh-CN" sz="2400" b="1" u="none" strike="noStrike">
                <a:solidFill>
                  <a:schemeClr val="dk1"/>
                </a:solidFill>
                <a:effectLst/>
                <a:uFillTx/>
                <a:latin typeface="Bodoni MT Black"/>
              </a:rPr>
              <a:t>过程设计的工具</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6.5   </a:t>
            </a:r>
            <a:r>
              <a:rPr lang="zh-CN" sz="2400" b="1" u="none" strike="noStrike">
                <a:solidFill>
                  <a:schemeClr val="dk1"/>
                </a:solidFill>
                <a:effectLst/>
                <a:uFillTx/>
                <a:latin typeface="Bodoni MT Black"/>
              </a:rPr>
              <a:t>面向数据结构的设计方法</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6.6   </a:t>
            </a:r>
            <a:r>
              <a:rPr lang="zh-CN" sz="2400" b="1" u="none" strike="noStrike">
                <a:solidFill>
                  <a:schemeClr val="dk1"/>
                </a:solidFill>
                <a:effectLst/>
                <a:uFillTx/>
                <a:latin typeface="Bodoni MT Black"/>
              </a:rPr>
              <a:t>程序复杂程度的定量度量</a:t>
            </a:r>
            <a:endParaRPr lang="en-US" sz="2400" b="0" u="none" strike="noStrike">
              <a:solidFill>
                <a:srgbClr val="000000"/>
              </a:solidFill>
              <a:effectLst/>
              <a:uFillTx/>
              <a:latin typeface="Arial"/>
            </a:endParaRPr>
          </a:p>
          <a:p>
            <a:pPr>
              <a:lnSpc>
                <a:spcPct val="200000"/>
              </a:lnSpc>
              <a:spcBef>
                <a:spcPts val="1199"/>
              </a:spcBef>
              <a:tabLst>
                <a:tab algn="l" pos="0"/>
              </a:tabLst>
            </a:pPr>
            <a:endParaRPr lang="en-US" sz="24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ea typeface="黑体"/>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296" name="PlaceHolder 2"/>
          <p:cNvSpPr>
            <a:spLocks noGrp="1"/>
          </p:cNvSpPr>
          <p:nvPr>
            <p:ph/>
          </p:nvPr>
        </p:nvSpPr>
        <p:spPr>
          <a:xfrm>
            <a:off x="343440" y="1484640"/>
            <a:ext cx="8640720" cy="4176000"/>
          </a:xfrm>
          <a:prstGeom prst="rect">
            <a:avLst/>
          </a:prstGeom>
          <a:noFill/>
          <a:ln w="9360">
            <a:noFill/>
          </a:ln>
        </p:spPr>
        <p:txBody>
          <a:bodyPr numCol="1" spcCol="0" lIns="91440" rIns="91440" tIns="45720" bIns="45720" anchor="t">
            <a:noAutofit/>
          </a:bodyPr>
          <a:p>
            <a:pPr indent="0">
              <a:lnSpc>
                <a:spcPct val="125000"/>
              </a:lnSpc>
              <a:spcBef>
                <a:spcPts val="479"/>
              </a:spcBef>
              <a:buNone/>
              <a:tabLst>
                <a:tab algn="l" pos="0"/>
              </a:tabLst>
            </a:pPr>
            <a:r>
              <a:rPr lang="es-ES" sz="2400" b="0" u="none" strike="noStrike">
                <a:solidFill>
                  <a:schemeClr val="dk1"/>
                </a:solidFill>
                <a:effectLst/>
                <a:uFillTx/>
                <a:latin typeface="Bodoni MT Black"/>
              </a:rPr>
              <a:t>     根据</a:t>
            </a:r>
            <a:r>
              <a:rPr lang="zh-CN" sz="2400" b="0" u="none" strike="noStrike">
                <a:solidFill>
                  <a:srgbClr val="ff0000"/>
                </a:solidFill>
                <a:effectLst/>
                <a:uFillTx/>
                <a:latin typeface="Bodoni MT Black"/>
              </a:rPr>
              <a:t>数据结构</a:t>
            </a:r>
            <a:r>
              <a:rPr lang="zh-CN" sz="2400" b="0" u="none" strike="noStrike">
                <a:solidFill>
                  <a:schemeClr val="dk1"/>
                </a:solidFill>
                <a:effectLst/>
                <a:uFillTx/>
                <a:latin typeface="Bodoni MT Black"/>
              </a:rPr>
              <a:t>设计程序处理过程的方法。许多应用领域中的信息均有清楚的</a:t>
            </a:r>
            <a:r>
              <a:rPr lang="zh-CN" sz="2400" b="0" u="none" strike="noStrike">
                <a:solidFill>
                  <a:srgbClr val="ff0000"/>
                </a:solidFill>
                <a:effectLst/>
                <a:uFillTx/>
                <a:latin typeface="Bodoni MT Black"/>
              </a:rPr>
              <a:t>层次结构</a:t>
            </a:r>
            <a:r>
              <a:rPr lang="zh-CN" sz="2400" b="0" u="none" strike="noStrike">
                <a:solidFill>
                  <a:schemeClr val="dk1"/>
                </a:solidFill>
                <a:effectLst/>
                <a:uFillTx/>
                <a:latin typeface="Bodoni MT Black"/>
              </a:rPr>
              <a:t>，输入数据、内部存储信息（数据库或文件）以及输出数据都有独特结构。数据结构既影响程序的结构，又影响程序处理过程（重复出现的数据由循环控制结构程序处理；选择数据由分支控制结构处理）。</a:t>
            </a:r>
            <a:r>
              <a:rPr lang="zh-CN" sz="2400" b="0" u="none" strike="noStrike">
                <a:solidFill>
                  <a:srgbClr val="ff0000"/>
                </a:solidFill>
                <a:effectLst/>
                <a:uFillTx/>
                <a:latin typeface="Bodoni MT Black"/>
              </a:rPr>
              <a:t>层次的数据组织通常和使用这些数据的程序的层次结构非常相似。</a:t>
            </a:r>
            <a:endParaRPr lang="es-ES" sz="2400" b="0" u="none" strike="noStrike">
              <a:solidFill>
                <a:schemeClr val="dk1"/>
              </a:solidFill>
              <a:effectLst/>
              <a:uFillTx/>
              <a:latin typeface="Calibri"/>
            </a:endParaRPr>
          </a:p>
        </p:txBody>
      </p:sp>
      <p:sp>
        <p:nvSpPr>
          <p:cNvPr id="29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6.5.1 Jackson</a:t>
            </a:r>
            <a:r>
              <a:rPr lang="zh-CN" sz="2400" b="0" u="none" strike="noStrike">
                <a:solidFill>
                  <a:srgbClr val="d9d9d9"/>
                </a:solidFill>
                <a:effectLst/>
                <a:uFillTx/>
                <a:latin typeface="Bodoni MT Black"/>
                <a:ea typeface="宋体"/>
              </a:rPr>
              <a:t>图</a:t>
            </a:r>
            <a:endParaRPr lang="en-US" sz="2400" b="0" u="none" strike="noStrike">
              <a:solidFill>
                <a:srgbClr val="000000"/>
              </a:solidFill>
              <a:effectLst/>
              <a:uFillTx/>
              <a:latin typeface="Arial"/>
            </a:endParaRPr>
          </a:p>
        </p:txBody>
      </p:sp>
      <p:sp>
        <p:nvSpPr>
          <p:cNvPr id="298"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00"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6.5.1 Jackson</a:t>
            </a:r>
            <a:r>
              <a:rPr lang="zh-CN" sz="3200" b="1" u="none" strike="noStrike">
                <a:solidFill>
                  <a:schemeClr val="dk1"/>
                </a:solidFill>
                <a:effectLst/>
                <a:uFillTx/>
                <a:latin typeface="Bodoni MT Black"/>
              </a:rPr>
              <a:t>图</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301" name="TextBox 7"/>
          <p:cNvSpPr/>
          <p:nvPr/>
        </p:nvSpPr>
        <p:spPr>
          <a:xfrm>
            <a:off x="0" y="1557360"/>
            <a:ext cx="8929440" cy="499680"/>
          </a:xfrm>
          <a:prstGeom prst="rect">
            <a:avLst/>
          </a:prstGeom>
          <a:noFill/>
          <a:ln w="9525">
            <a:noFill/>
          </a:ln>
        </p:spPr>
        <p:style>
          <a:lnRef idx="0"/>
          <a:fillRef idx="0"/>
          <a:effectRef idx="0"/>
          <a:fontRef idx="minor"/>
        </p:style>
        <p:txBody>
          <a:bodyPr lIns="90000" rIns="90000" tIns="45000" bIns="45000" anchor="t">
            <a:spAutoFit/>
          </a:bodyPr>
          <a:p>
            <a:pPr>
              <a:lnSpc>
                <a:spcPct val="150000"/>
              </a:lnSpc>
            </a:pPr>
            <a:r>
              <a:rPr lang="en-US" sz="2000" b="1" u="none" strike="noStrike">
                <a:solidFill>
                  <a:srgbClr val="ff0000"/>
                </a:solidFill>
                <a:effectLst/>
                <a:uFillTx/>
                <a:latin typeface="Bodoni MT Black"/>
                <a:ea typeface="宋体"/>
              </a:rPr>
              <a:t>            顺序结构                          选择结构                      重复结构</a:t>
            </a:r>
            <a:endParaRPr lang="en-US" sz="2000" b="0" u="none" strike="noStrike">
              <a:solidFill>
                <a:srgbClr val="000000"/>
              </a:solidFill>
              <a:effectLst/>
              <a:uFillTx/>
              <a:latin typeface="Arial"/>
            </a:endParaRPr>
          </a:p>
        </p:txBody>
      </p:sp>
      <p:pic>
        <p:nvPicPr>
          <p:cNvPr id="302" name="图片 1"/>
          <p:cNvPicPr/>
          <p:nvPr/>
        </p:nvPicPr>
        <p:blipFill>
          <a:blip r:embed="rId1"/>
          <a:stretch/>
        </p:blipFill>
        <p:spPr>
          <a:xfrm>
            <a:off x="380880" y="2276640"/>
            <a:ext cx="2628720" cy="1463400"/>
          </a:xfrm>
          <a:prstGeom prst="rect">
            <a:avLst/>
          </a:prstGeom>
          <a:noFill/>
          <a:ln w="9525">
            <a:noFill/>
          </a:ln>
        </p:spPr>
      </p:pic>
      <p:pic>
        <p:nvPicPr>
          <p:cNvPr id="303" name="图片 2"/>
          <p:cNvPicPr/>
          <p:nvPr/>
        </p:nvPicPr>
        <p:blipFill>
          <a:blip r:embed="rId2"/>
          <a:stretch/>
        </p:blipFill>
        <p:spPr>
          <a:xfrm>
            <a:off x="3555720" y="2260440"/>
            <a:ext cx="2672280" cy="1452600"/>
          </a:xfrm>
          <a:prstGeom prst="rect">
            <a:avLst/>
          </a:prstGeom>
          <a:noFill/>
          <a:ln w="9525">
            <a:noFill/>
          </a:ln>
        </p:spPr>
      </p:pic>
      <p:pic>
        <p:nvPicPr>
          <p:cNvPr id="304" name="图片 3"/>
          <p:cNvPicPr/>
          <p:nvPr/>
        </p:nvPicPr>
        <p:blipFill>
          <a:blip r:embed="rId3"/>
          <a:stretch/>
        </p:blipFill>
        <p:spPr>
          <a:xfrm>
            <a:off x="7164360" y="2154600"/>
            <a:ext cx="1007640" cy="1662840"/>
          </a:xfrm>
          <a:prstGeom prst="rect">
            <a:avLst/>
          </a:prstGeom>
          <a:noFill/>
          <a:ln w="9525">
            <a:noFill/>
          </a:ln>
        </p:spPr>
      </p:pic>
      <p:sp>
        <p:nvSpPr>
          <p:cNvPr id="305" name="TextBox 7"/>
          <p:cNvSpPr/>
          <p:nvPr/>
        </p:nvSpPr>
        <p:spPr>
          <a:xfrm>
            <a:off x="488880" y="4292640"/>
            <a:ext cx="2498400" cy="16315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000" b="0" u="none" strike="noStrike">
                <a:solidFill>
                  <a:schemeClr val="dk1"/>
                </a:solidFill>
                <a:effectLst/>
                <a:uFillTx/>
                <a:latin typeface="Bodoni MT Black"/>
                <a:ea typeface="宋体"/>
              </a:rPr>
              <a:t>A</a:t>
            </a:r>
            <a:r>
              <a:rPr lang="zh-CN" sz="2000" b="0" u="none" strike="noStrike">
                <a:solidFill>
                  <a:schemeClr val="dk1"/>
                </a:solidFill>
                <a:effectLst/>
                <a:uFillTx/>
                <a:latin typeface="Bodoni MT Black"/>
                <a:ea typeface="宋体"/>
              </a:rPr>
              <a:t>由</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a:t>
            </a:r>
            <a:r>
              <a:rPr lang="en-US" sz="2000" b="0" u="none" strike="noStrike">
                <a:solidFill>
                  <a:schemeClr val="dk1"/>
                </a:solidFill>
                <a:effectLst/>
                <a:uFillTx/>
                <a:latin typeface="Bodoni MT Black"/>
                <a:ea typeface="宋体"/>
              </a:rPr>
              <a:t>C</a:t>
            </a:r>
            <a:r>
              <a:rPr lang="zh-CN" sz="2000" b="0" u="none" strike="noStrike">
                <a:solidFill>
                  <a:schemeClr val="dk1"/>
                </a:solidFill>
                <a:effectLst/>
                <a:uFillTx/>
                <a:latin typeface="Bodoni MT Black"/>
                <a:ea typeface="宋体"/>
              </a:rPr>
              <a:t>、</a:t>
            </a:r>
            <a:r>
              <a:rPr lang="en-US" sz="2000" b="0" u="none" strike="noStrike">
                <a:solidFill>
                  <a:schemeClr val="dk1"/>
                </a:solidFill>
                <a:effectLst/>
                <a:uFillTx/>
                <a:latin typeface="Bodoni MT Black"/>
                <a:ea typeface="宋体"/>
              </a:rPr>
              <a:t>D 3</a:t>
            </a:r>
            <a:r>
              <a:rPr lang="zh-CN" sz="2000" b="0" u="none" strike="noStrike">
                <a:solidFill>
                  <a:schemeClr val="dk1"/>
                </a:solidFill>
                <a:effectLst/>
                <a:uFillTx/>
                <a:latin typeface="Bodoni MT Black"/>
                <a:ea typeface="宋体"/>
              </a:rPr>
              <a:t>个元素顺序组成（每个元素只出现一次，出现的次序依次是</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a:t>
            </a:r>
            <a:r>
              <a:rPr lang="en-US" sz="2000" b="0" u="none" strike="noStrike">
                <a:solidFill>
                  <a:schemeClr val="dk1"/>
                </a:solidFill>
                <a:effectLst/>
                <a:uFillTx/>
                <a:latin typeface="Bodoni MT Black"/>
                <a:ea typeface="宋体"/>
              </a:rPr>
              <a:t>C</a:t>
            </a:r>
            <a:r>
              <a:rPr lang="zh-CN" sz="2000" b="0" u="none" strike="noStrike">
                <a:solidFill>
                  <a:schemeClr val="dk1"/>
                </a:solidFill>
                <a:effectLst/>
                <a:uFillTx/>
                <a:latin typeface="Bodoni MT Black"/>
                <a:ea typeface="宋体"/>
              </a:rPr>
              <a:t>和</a:t>
            </a:r>
            <a:r>
              <a:rPr lang="en-US" sz="2000" b="0" u="none" strike="noStrike">
                <a:solidFill>
                  <a:schemeClr val="dk1"/>
                </a:solidFill>
                <a:effectLst/>
                <a:uFillTx/>
                <a:latin typeface="Bodoni MT Black"/>
                <a:ea typeface="宋体"/>
              </a:rPr>
              <a:t>D</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p:txBody>
      </p:sp>
      <p:sp>
        <p:nvSpPr>
          <p:cNvPr id="306" name="TextBox 7"/>
          <p:cNvSpPr/>
          <p:nvPr/>
        </p:nvSpPr>
        <p:spPr>
          <a:xfrm>
            <a:off x="3411360" y="4292640"/>
            <a:ext cx="2744280" cy="13237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000" b="0" u="none" strike="noStrike">
                <a:solidFill>
                  <a:schemeClr val="dk1"/>
                </a:solidFill>
                <a:effectLst/>
                <a:uFillTx/>
                <a:latin typeface="Bodoni MT Black"/>
                <a:ea typeface="宋体"/>
              </a:rPr>
              <a:t>根据条件</a:t>
            </a:r>
            <a:r>
              <a:rPr lang="en-US" sz="2000" b="0" u="none" strike="noStrike">
                <a:solidFill>
                  <a:schemeClr val="dk1"/>
                </a:solidFill>
                <a:effectLst/>
                <a:uFillTx/>
                <a:latin typeface="Bodoni MT Black"/>
                <a:ea typeface="宋体"/>
              </a:rPr>
              <a:t>A</a:t>
            </a:r>
            <a:r>
              <a:rPr lang="zh-CN" sz="2000" b="0" u="none" strike="noStrike">
                <a:solidFill>
                  <a:schemeClr val="dk1"/>
                </a:solidFill>
                <a:effectLst/>
                <a:uFillTx/>
                <a:latin typeface="Bodoni MT Black"/>
                <a:ea typeface="宋体"/>
              </a:rPr>
              <a:t>是</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或</a:t>
            </a:r>
            <a:r>
              <a:rPr lang="en-US" sz="2000" b="0" u="none" strike="noStrike">
                <a:solidFill>
                  <a:schemeClr val="dk1"/>
                </a:solidFill>
                <a:effectLst/>
                <a:uFillTx/>
                <a:latin typeface="Bodoni MT Black"/>
                <a:ea typeface="宋体"/>
              </a:rPr>
              <a:t>C</a:t>
            </a:r>
            <a:r>
              <a:rPr lang="zh-CN" sz="2000" b="0" u="none" strike="noStrike">
                <a:solidFill>
                  <a:schemeClr val="dk1"/>
                </a:solidFill>
                <a:effectLst/>
                <a:uFillTx/>
                <a:latin typeface="Bodoni MT Black"/>
                <a:ea typeface="宋体"/>
              </a:rPr>
              <a:t>或</a:t>
            </a:r>
            <a:r>
              <a:rPr lang="en-US" sz="2000" b="0" u="none" strike="noStrike">
                <a:solidFill>
                  <a:schemeClr val="dk1"/>
                </a:solidFill>
                <a:effectLst/>
                <a:uFillTx/>
                <a:latin typeface="Bodoni MT Black"/>
                <a:ea typeface="宋体"/>
              </a:rPr>
              <a:t>D</a:t>
            </a:r>
            <a:r>
              <a:rPr lang="zh-CN" sz="2000" b="0" u="none" strike="noStrike">
                <a:solidFill>
                  <a:schemeClr val="dk1"/>
                </a:solidFill>
                <a:effectLst/>
                <a:uFillTx/>
                <a:latin typeface="Bodoni MT Black"/>
                <a:ea typeface="宋体"/>
              </a:rPr>
              <a:t>中的某一个（注意，在</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a:t>
            </a:r>
            <a:r>
              <a:rPr lang="en-US" sz="2000" b="0" u="none" strike="noStrike">
                <a:solidFill>
                  <a:schemeClr val="dk1"/>
                </a:solidFill>
                <a:effectLst/>
                <a:uFillTx/>
                <a:latin typeface="Bodoni MT Black"/>
                <a:ea typeface="宋体"/>
              </a:rPr>
              <a:t>C</a:t>
            </a:r>
            <a:r>
              <a:rPr lang="zh-CN" sz="2000" b="0" u="none" strike="noStrike">
                <a:solidFill>
                  <a:schemeClr val="dk1"/>
                </a:solidFill>
                <a:effectLst/>
                <a:uFillTx/>
                <a:latin typeface="Bodoni MT Black"/>
                <a:ea typeface="宋体"/>
              </a:rPr>
              <a:t>和</a:t>
            </a:r>
            <a:r>
              <a:rPr lang="en-US" sz="2000" b="0" u="none" strike="noStrike">
                <a:solidFill>
                  <a:schemeClr val="dk1"/>
                </a:solidFill>
                <a:effectLst/>
                <a:uFillTx/>
                <a:latin typeface="Bodoni MT Black"/>
                <a:ea typeface="宋体"/>
              </a:rPr>
              <a:t>D</a:t>
            </a:r>
            <a:r>
              <a:rPr lang="zh-CN" sz="2000" b="0" u="none" strike="noStrike">
                <a:solidFill>
                  <a:schemeClr val="dk1"/>
                </a:solidFill>
                <a:effectLst/>
                <a:uFillTx/>
                <a:latin typeface="Bodoni MT Black"/>
                <a:ea typeface="宋体"/>
              </a:rPr>
              <a:t>的右上角有小圆圈做标记）</a:t>
            </a:r>
            <a:endParaRPr lang="en-US" sz="2000" b="0" u="none" strike="noStrike">
              <a:solidFill>
                <a:srgbClr val="000000"/>
              </a:solidFill>
              <a:effectLst/>
              <a:uFillTx/>
              <a:latin typeface="Arial"/>
            </a:endParaRPr>
          </a:p>
        </p:txBody>
      </p:sp>
      <p:sp>
        <p:nvSpPr>
          <p:cNvPr id="307" name="TextBox 7"/>
          <p:cNvSpPr/>
          <p:nvPr/>
        </p:nvSpPr>
        <p:spPr>
          <a:xfrm>
            <a:off x="6588360" y="4337640"/>
            <a:ext cx="2293560" cy="13230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000" b="0" u="none" strike="noStrike">
                <a:solidFill>
                  <a:schemeClr val="dk1"/>
                </a:solidFill>
                <a:effectLst/>
                <a:uFillTx/>
                <a:latin typeface="Bodoni MT Black"/>
                <a:ea typeface="宋体"/>
              </a:rPr>
              <a:t>A</a:t>
            </a:r>
            <a:r>
              <a:rPr lang="zh-CN" sz="2000" b="0" u="none" strike="noStrike">
                <a:solidFill>
                  <a:schemeClr val="dk1"/>
                </a:solidFill>
                <a:effectLst/>
                <a:uFillTx/>
                <a:latin typeface="Bodoni MT Black"/>
                <a:ea typeface="宋体"/>
              </a:rPr>
              <a:t>由</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出现</a:t>
            </a:r>
            <a:r>
              <a:rPr lang="en-US" sz="2000" b="0" u="none" strike="noStrike">
                <a:solidFill>
                  <a:schemeClr val="dk1"/>
                </a:solidFill>
                <a:effectLst/>
                <a:uFillTx/>
                <a:latin typeface="Bodoni MT Black"/>
                <a:ea typeface="宋体"/>
              </a:rPr>
              <a:t>N</a:t>
            </a:r>
            <a:r>
              <a:rPr lang="zh-CN" sz="2000" b="0" u="none" strike="noStrike">
                <a:solidFill>
                  <a:schemeClr val="dk1"/>
                </a:solidFill>
                <a:effectLst/>
                <a:uFillTx/>
                <a:latin typeface="Bodoni MT Black"/>
                <a:ea typeface="宋体"/>
              </a:rPr>
              <a:t>次</a:t>
            </a:r>
            <a:r>
              <a:rPr lang="en-US" sz="2000" b="0" u="none" strike="noStrike">
                <a:solidFill>
                  <a:schemeClr val="dk1"/>
                </a:solidFill>
                <a:effectLst/>
                <a:uFillTx/>
                <a:latin typeface="Bodoni MT Black"/>
                <a:ea typeface="宋体"/>
              </a:rPr>
              <a:t>(N≥0)</a:t>
            </a:r>
            <a:r>
              <a:rPr lang="zh-CN" sz="2000" b="0" u="none" strike="noStrike">
                <a:solidFill>
                  <a:schemeClr val="dk1"/>
                </a:solidFill>
                <a:effectLst/>
                <a:uFillTx/>
                <a:latin typeface="Bodoni MT Black"/>
                <a:ea typeface="宋体"/>
              </a:rPr>
              <a:t>组成（注意，在</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的右上角有星号标记）</a:t>
            </a:r>
            <a:endParaRPr lang="en-US" sz="2000" b="0" u="none" strike="noStrike">
              <a:solidFill>
                <a:srgbClr val="000000"/>
              </a:solidFill>
              <a:effectLst/>
              <a:uFillTx/>
              <a:latin typeface="Arial"/>
            </a:endParaRPr>
          </a:p>
        </p:txBody>
      </p:sp>
      <p:sp>
        <p:nvSpPr>
          <p:cNvPr id="30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6.5.1 Jackson</a:t>
            </a:r>
            <a:r>
              <a:rPr lang="zh-CN" sz="2400" b="0" u="none" strike="noStrike">
                <a:solidFill>
                  <a:srgbClr val="d9d9d9"/>
                </a:solidFill>
                <a:effectLst/>
                <a:uFillTx/>
                <a:latin typeface="Bodoni MT Black"/>
                <a:ea typeface="宋体"/>
              </a:rPr>
              <a:t>图</a:t>
            </a:r>
            <a:endParaRPr lang="en-US" sz="2400" b="0" u="none" strike="noStrike">
              <a:solidFill>
                <a:srgbClr val="000000"/>
              </a:solidFill>
              <a:effectLst/>
              <a:uFillTx/>
              <a:latin typeface="Arial"/>
            </a:endParaRPr>
          </a:p>
        </p:txBody>
      </p:sp>
      <p:sp>
        <p:nvSpPr>
          <p:cNvPr id="309"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11"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6.5.2 </a:t>
            </a:r>
            <a:r>
              <a:rPr lang="zh-CN" sz="3200" b="1" u="none" strike="noStrike">
                <a:solidFill>
                  <a:schemeClr val="dk1"/>
                </a:solidFill>
                <a:effectLst/>
                <a:uFillTx/>
                <a:latin typeface="Bodoni MT Black"/>
              </a:rPr>
              <a:t>改进的</a:t>
            </a:r>
            <a:r>
              <a:rPr lang="en-US" sz="3200" b="1" u="none" strike="noStrike">
                <a:solidFill>
                  <a:schemeClr val="dk1"/>
                </a:solidFill>
                <a:effectLst/>
                <a:uFillTx/>
                <a:latin typeface="Bodoni MT Black"/>
              </a:rPr>
              <a:t>Jackson</a:t>
            </a:r>
            <a:r>
              <a:rPr lang="zh-CN" sz="3200" b="1" u="none" strike="noStrike">
                <a:solidFill>
                  <a:schemeClr val="dk1"/>
                </a:solidFill>
                <a:effectLst/>
                <a:uFillTx/>
                <a:latin typeface="Bodoni MT Black"/>
              </a:rPr>
              <a:t>图</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312" name="TextBox 7"/>
          <p:cNvSpPr/>
          <p:nvPr/>
        </p:nvSpPr>
        <p:spPr>
          <a:xfrm>
            <a:off x="4428000" y="1943640"/>
            <a:ext cx="4535640" cy="351972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OpenSymbol"/>
              <a:buAutoNum type="alphaLcParenR"/>
            </a:pPr>
            <a:r>
              <a:rPr lang="zh-CN" sz="2000" b="0" u="none" strike="noStrike">
                <a:solidFill>
                  <a:schemeClr val="dk1"/>
                </a:solidFill>
                <a:effectLst/>
                <a:uFillTx/>
                <a:latin typeface="Bodoni MT Black"/>
                <a:ea typeface="宋体"/>
              </a:rPr>
              <a:t>顺序结构，</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a:t>
            </a:r>
            <a:r>
              <a:rPr lang="en-US" sz="2000" b="0" u="none" strike="noStrike">
                <a:solidFill>
                  <a:schemeClr val="dk1"/>
                </a:solidFill>
                <a:effectLst/>
                <a:uFillTx/>
                <a:latin typeface="Bodoni MT Black"/>
                <a:ea typeface="宋体"/>
              </a:rPr>
              <a:t>C</a:t>
            </a:r>
            <a:r>
              <a:rPr lang="zh-CN" sz="2000" b="0" u="none" strike="noStrike">
                <a:solidFill>
                  <a:schemeClr val="dk1"/>
                </a:solidFill>
                <a:effectLst/>
                <a:uFillTx/>
                <a:latin typeface="Bodoni MT Black"/>
                <a:ea typeface="宋体"/>
              </a:rPr>
              <a:t>、</a:t>
            </a:r>
            <a:r>
              <a:rPr lang="en-US" sz="2000" b="0" u="none" strike="noStrike">
                <a:solidFill>
                  <a:schemeClr val="dk1"/>
                </a:solidFill>
                <a:effectLst/>
                <a:uFillTx/>
                <a:latin typeface="Bodoni MT Black"/>
                <a:ea typeface="宋体"/>
              </a:rPr>
              <a:t>D</a:t>
            </a:r>
            <a:r>
              <a:rPr lang="zh-CN" sz="2000" b="0" u="none" strike="noStrike">
                <a:solidFill>
                  <a:schemeClr val="dk1"/>
                </a:solidFill>
                <a:effectLst/>
                <a:uFillTx/>
                <a:latin typeface="Bodoni MT Black"/>
                <a:ea typeface="宋体"/>
              </a:rPr>
              <a:t>中任一个都不能是选择出现或重复出现的数据元素（即不能是右上角有小圆圈或星号标记的元素）；</a:t>
            </a:r>
            <a:endParaRPr lang="en-US" sz="2000" b="0" u="none" strike="noStrike">
              <a:solidFill>
                <a:srgbClr val="000000"/>
              </a:solidFill>
              <a:effectLst/>
              <a:uFillTx/>
              <a:latin typeface="Arial"/>
            </a:endParaRPr>
          </a:p>
          <a:p>
            <a:pPr marL="343080" indent="-343080">
              <a:lnSpc>
                <a:spcPct val="125000"/>
              </a:lnSpc>
              <a:buClr>
                <a:srgbClr val="000000"/>
              </a:buClr>
              <a:buFont typeface="OpenSymbol"/>
              <a:buAutoNum type="alphaLcParenR"/>
            </a:pPr>
            <a:r>
              <a:rPr lang="en-US" sz="2000" b="0" u="none" strike="noStrike">
                <a:solidFill>
                  <a:schemeClr val="dk1"/>
                </a:solidFill>
                <a:effectLst/>
                <a:uFillTx/>
                <a:latin typeface="Bodoni MT Black"/>
                <a:ea typeface="宋体"/>
              </a:rPr>
              <a:t> 选择结构，</a:t>
            </a:r>
            <a:r>
              <a:rPr lang="en-US" sz="2000" b="0" u="none" strike="noStrike">
                <a:solidFill>
                  <a:schemeClr val="dk1"/>
                </a:solidFill>
                <a:effectLst/>
                <a:uFillTx/>
                <a:latin typeface="Bodoni MT Black"/>
                <a:ea typeface="宋体"/>
              </a:rPr>
              <a:t>S</a:t>
            </a:r>
            <a:r>
              <a:rPr lang="zh-CN" sz="2000" b="0" u="none" strike="noStrike">
                <a:solidFill>
                  <a:schemeClr val="dk1"/>
                </a:solidFill>
                <a:effectLst/>
                <a:uFillTx/>
                <a:latin typeface="Bodoni MT Black"/>
                <a:ea typeface="宋体"/>
              </a:rPr>
              <a:t>右面括号中的</a:t>
            </a:r>
            <a:r>
              <a:rPr lang="zh-CN" sz="2000" b="0" u="none" strike="noStrike">
                <a:solidFill>
                  <a:srgbClr val="ff0000"/>
                </a:solidFill>
                <a:effectLst/>
                <a:uFillTx/>
                <a:latin typeface="Bodoni MT Black"/>
                <a:ea typeface="宋体"/>
              </a:rPr>
              <a:t>数字</a:t>
            </a:r>
            <a:r>
              <a:rPr lang="en-US" sz="2000" b="0" u="none" strike="noStrike">
                <a:solidFill>
                  <a:srgbClr val="ff0000"/>
                </a:solidFill>
                <a:effectLst/>
                <a:uFillTx/>
                <a:latin typeface="Bodoni MT Black"/>
                <a:ea typeface="宋体"/>
              </a:rPr>
              <a:t>i</a:t>
            </a:r>
            <a:r>
              <a:rPr lang="zh-CN" sz="2000" b="0" u="none" strike="noStrike">
                <a:solidFill>
                  <a:schemeClr val="dk1"/>
                </a:solidFill>
                <a:effectLst/>
                <a:uFillTx/>
                <a:latin typeface="Bodoni MT Black"/>
                <a:ea typeface="宋体"/>
              </a:rPr>
              <a:t>是分支条件的编号；</a:t>
            </a:r>
            <a:endParaRPr lang="en-US" sz="2000" b="0" u="none" strike="noStrike">
              <a:solidFill>
                <a:srgbClr val="000000"/>
              </a:solidFill>
              <a:effectLst/>
              <a:uFillTx/>
              <a:latin typeface="Arial"/>
            </a:endParaRPr>
          </a:p>
          <a:p>
            <a:pPr marL="343080" indent="-343080">
              <a:lnSpc>
                <a:spcPct val="125000"/>
              </a:lnSpc>
              <a:buClr>
                <a:srgbClr val="000000"/>
              </a:buClr>
              <a:buFont typeface="OpenSymbol"/>
              <a:buAutoNum type="alphaLcParenR"/>
            </a:pPr>
            <a:r>
              <a:rPr lang="en-US" sz="2000" b="0" u="none" strike="noStrike">
                <a:solidFill>
                  <a:schemeClr val="dk1"/>
                </a:solidFill>
                <a:effectLst/>
                <a:uFillTx/>
                <a:latin typeface="Bodoni MT Black"/>
                <a:ea typeface="宋体"/>
              </a:rPr>
              <a:t> 可选结构，</a:t>
            </a:r>
            <a:r>
              <a:rPr lang="en-US" sz="2000" b="0" u="none" strike="noStrike">
                <a:solidFill>
                  <a:schemeClr val="dk1"/>
                </a:solidFill>
                <a:effectLst/>
                <a:uFillTx/>
                <a:latin typeface="Bodoni MT Black"/>
                <a:ea typeface="宋体"/>
              </a:rPr>
              <a:t>A</a:t>
            </a:r>
            <a:r>
              <a:rPr lang="zh-CN" sz="2000" b="0" u="none" strike="noStrike">
                <a:solidFill>
                  <a:schemeClr val="dk1"/>
                </a:solidFill>
                <a:effectLst/>
                <a:uFillTx/>
                <a:latin typeface="Bodoni MT Black"/>
                <a:ea typeface="宋体"/>
              </a:rPr>
              <a:t>或者是元素</a:t>
            </a:r>
            <a:r>
              <a:rPr lang="en-US" sz="2000" b="0" u="none" strike="noStrike">
                <a:solidFill>
                  <a:schemeClr val="dk1"/>
                </a:solidFill>
                <a:effectLst/>
                <a:uFillTx/>
                <a:latin typeface="Bodoni MT Black"/>
                <a:ea typeface="宋体"/>
              </a:rPr>
              <a:t>B</a:t>
            </a:r>
            <a:r>
              <a:rPr lang="zh-CN" sz="2000" b="0" u="none" strike="noStrike">
                <a:solidFill>
                  <a:schemeClr val="dk1"/>
                </a:solidFill>
                <a:effectLst/>
                <a:uFillTx/>
                <a:latin typeface="Bodoni MT Black"/>
                <a:ea typeface="宋体"/>
              </a:rPr>
              <a:t>或者不出现；</a:t>
            </a:r>
            <a:endParaRPr lang="en-US" sz="2000" b="0" u="none" strike="noStrike">
              <a:solidFill>
                <a:srgbClr val="000000"/>
              </a:solidFill>
              <a:effectLst/>
              <a:uFillTx/>
              <a:latin typeface="Arial"/>
            </a:endParaRPr>
          </a:p>
          <a:p>
            <a:pPr marL="343080" indent="-343080">
              <a:lnSpc>
                <a:spcPct val="125000"/>
              </a:lnSpc>
              <a:buClr>
                <a:srgbClr val="000000"/>
              </a:buClr>
              <a:buFont typeface="OpenSymbol"/>
              <a:buAutoNum type="alphaLcParenR"/>
            </a:pPr>
            <a:r>
              <a:rPr lang="en-US" sz="2000" b="0" u="none" strike="noStrike">
                <a:solidFill>
                  <a:schemeClr val="dk1"/>
                </a:solidFill>
                <a:effectLst/>
                <a:uFillTx/>
                <a:latin typeface="Bodoni MT Black"/>
                <a:ea typeface="宋体"/>
              </a:rPr>
              <a:t> 重复结构，</a:t>
            </a:r>
            <a:r>
              <a:rPr lang="zh-CN" sz="2000" b="0" u="none" strike="noStrike">
                <a:solidFill>
                  <a:srgbClr val="ff0000"/>
                </a:solidFill>
                <a:effectLst/>
                <a:uFillTx/>
                <a:latin typeface="Bodoni MT Black"/>
                <a:ea typeface="宋体"/>
              </a:rPr>
              <a:t>循环结束条件的编号为</a:t>
            </a:r>
            <a:r>
              <a:rPr lang="en-US" sz="2000" b="0" u="none" strike="noStrike">
                <a:solidFill>
                  <a:srgbClr val="ff0000"/>
                </a:solidFill>
                <a:effectLst/>
                <a:uFillTx/>
                <a:latin typeface="Bodoni MT Black"/>
                <a:ea typeface="宋体"/>
              </a:rPr>
              <a:t>i</a:t>
            </a:r>
            <a:r>
              <a:rPr lang="zh-CN" sz="1800" b="0" u="none" strike="noStrike">
                <a:solidFill>
                  <a:schemeClr val="dk1"/>
                </a:solidFill>
                <a:effectLst/>
                <a:uFillTx/>
                <a:latin typeface="Bodoni MT Black"/>
                <a:ea typeface="宋体"/>
              </a:rPr>
              <a:t>。</a:t>
            </a:r>
            <a:endParaRPr lang="en-US" sz="1800" b="0" u="none" strike="noStrike">
              <a:solidFill>
                <a:srgbClr val="000000"/>
              </a:solidFill>
              <a:effectLst/>
              <a:uFillTx/>
              <a:latin typeface="Arial"/>
            </a:endParaRPr>
          </a:p>
        </p:txBody>
      </p:sp>
      <p:pic>
        <p:nvPicPr>
          <p:cNvPr id="313" name="图片 4"/>
          <p:cNvPicPr/>
          <p:nvPr/>
        </p:nvPicPr>
        <p:blipFill>
          <a:blip r:embed="rId1"/>
          <a:stretch/>
        </p:blipFill>
        <p:spPr>
          <a:xfrm>
            <a:off x="333360" y="1628640"/>
            <a:ext cx="3957120" cy="4149360"/>
          </a:xfrm>
          <a:prstGeom prst="rect">
            <a:avLst/>
          </a:prstGeom>
          <a:noFill/>
          <a:ln w="9525">
            <a:noFill/>
          </a:ln>
        </p:spPr>
      </p:pic>
      <p:sp>
        <p:nvSpPr>
          <p:cNvPr id="31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6.5.2 </a:t>
            </a:r>
            <a:r>
              <a:rPr lang="zh-CN" sz="2400" b="0" u="none" strike="noStrike">
                <a:solidFill>
                  <a:srgbClr val="d9d9d9"/>
                </a:solidFill>
                <a:effectLst/>
                <a:uFillTx/>
                <a:latin typeface="Bodoni MT Black"/>
                <a:ea typeface="宋体"/>
              </a:rPr>
              <a:t>改进的</a:t>
            </a:r>
            <a:r>
              <a:rPr lang="en-US" sz="2400" b="0" u="none" strike="noStrike">
                <a:solidFill>
                  <a:srgbClr val="d9d9d9"/>
                </a:solidFill>
                <a:effectLst/>
                <a:uFillTx/>
                <a:latin typeface="Bodoni MT Black"/>
                <a:ea typeface="宋体"/>
              </a:rPr>
              <a:t>Jackson</a:t>
            </a:r>
            <a:r>
              <a:rPr lang="zh-CN" sz="2400" b="0" u="none" strike="noStrike">
                <a:solidFill>
                  <a:srgbClr val="d9d9d9"/>
                </a:solidFill>
                <a:effectLst/>
                <a:uFillTx/>
                <a:latin typeface="Bodoni MT Black"/>
                <a:ea typeface="宋体"/>
              </a:rPr>
              <a:t>图</a:t>
            </a:r>
            <a:endParaRPr lang="en-US" sz="2400" b="0" u="none" strike="noStrike">
              <a:solidFill>
                <a:srgbClr val="000000"/>
              </a:solidFill>
              <a:effectLst/>
              <a:uFillTx/>
              <a:latin typeface="Arial"/>
            </a:endParaRPr>
          </a:p>
        </p:txBody>
      </p:sp>
      <p:sp>
        <p:nvSpPr>
          <p:cNvPr id="315"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17" name="PlaceHolder 2"/>
          <p:cNvSpPr>
            <a:spLocks noGrp="1"/>
          </p:cNvSpPr>
          <p:nvPr>
            <p:ph/>
          </p:nvPr>
        </p:nvSpPr>
        <p:spPr>
          <a:xfrm>
            <a:off x="324000" y="1359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6.5.3 Jackson</a:t>
            </a:r>
            <a:r>
              <a:rPr lang="zh-CN" sz="3200" b="1" u="none" strike="noStrike">
                <a:solidFill>
                  <a:schemeClr val="dk1"/>
                </a:solidFill>
                <a:effectLst/>
                <a:uFillTx/>
                <a:latin typeface="Bodoni MT Black"/>
              </a:rPr>
              <a:t>法</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318" name="TextBox 7"/>
          <p:cNvSpPr/>
          <p:nvPr/>
        </p:nvSpPr>
        <p:spPr>
          <a:xfrm>
            <a:off x="251640" y="2155680"/>
            <a:ext cx="8640360" cy="18972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Jackson</a:t>
            </a:r>
            <a:r>
              <a:rPr lang="zh-CN" sz="2400" b="0" u="none" strike="noStrike">
                <a:solidFill>
                  <a:schemeClr val="dk1"/>
                </a:solidFill>
                <a:effectLst/>
                <a:uFillTx/>
                <a:latin typeface="Bodoni MT Black"/>
                <a:ea typeface="宋体"/>
              </a:rPr>
              <a:t>结构程序设计方法基本上由下述</a:t>
            </a:r>
            <a:r>
              <a:rPr lang="en-US" sz="2400" b="0" u="none" strike="noStrike">
                <a:solidFill>
                  <a:srgbClr val="ff0000"/>
                </a:solidFill>
                <a:effectLst/>
                <a:uFillTx/>
                <a:latin typeface="Bodoni MT Black"/>
                <a:ea typeface="宋体"/>
              </a:rPr>
              <a:t>5</a:t>
            </a:r>
            <a:r>
              <a:rPr lang="zh-CN" sz="2400" b="0" u="none" strike="noStrike">
                <a:solidFill>
                  <a:schemeClr val="dk1"/>
                </a:solidFill>
                <a:effectLst/>
                <a:uFillTx/>
                <a:latin typeface="Bodoni MT Black"/>
                <a:ea typeface="宋体"/>
              </a:rPr>
              <a:t>个步骤组成。</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① 分析并确定输入数据和输出数据的</a:t>
            </a:r>
            <a:r>
              <a:rPr lang="zh-CN" sz="2400" b="0" u="none" strike="noStrike">
                <a:solidFill>
                  <a:srgbClr val="ff0000"/>
                </a:solidFill>
                <a:effectLst/>
                <a:uFillTx/>
                <a:latin typeface="Bodoni MT Black"/>
                <a:ea typeface="宋体"/>
              </a:rPr>
              <a:t>逻辑结构</a:t>
            </a:r>
            <a:r>
              <a:rPr lang="zh-CN" sz="2400" b="0" u="none" strike="noStrike">
                <a:solidFill>
                  <a:schemeClr val="dk1"/>
                </a:solidFill>
                <a:effectLst/>
                <a:uFillTx/>
                <a:latin typeface="Bodoni MT Black"/>
                <a:ea typeface="宋体"/>
              </a:rPr>
              <a:t>，并用</a:t>
            </a:r>
            <a:r>
              <a:rPr lang="en-US" sz="2400" b="0" u="none" strike="noStrike">
                <a:solidFill>
                  <a:schemeClr val="dk1"/>
                </a:solidFill>
                <a:effectLst/>
                <a:uFillTx/>
                <a:latin typeface="Bodoni MT Black"/>
                <a:ea typeface="宋体"/>
              </a:rPr>
              <a:t>Jackson</a:t>
            </a:r>
            <a:r>
              <a:rPr lang="zh-CN" sz="2400" b="0" u="none" strike="noStrike">
                <a:solidFill>
                  <a:schemeClr val="dk1"/>
                </a:solidFill>
                <a:effectLst/>
                <a:uFillTx/>
                <a:latin typeface="Bodoni MT Black"/>
                <a:ea typeface="宋体"/>
              </a:rPr>
              <a:t>图描绘这些数据结构。</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② 找出</a:t>
            </a:r>
            <a:r>
              <a:rPr lang="zh-CN" sz="2400" b="0" u="none" strike="noStrike">
                <a:solidFill>
                  <a:srgbClr val="ff0000"/>
                </a:solidFill>
                <a:effectLst/>
                <a:uFillTx/>
                <a:latin typeface="Bodoni MT Black"/>
                <a:ea typeface="宋体"/>
              </a:rPr>
              <a:t>输入数据结构</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输出数据结构</a:t>
            </a:r>
            <a:r>
              <a:rPr lang="zh-CN" sz="2400" b="0" u="none" strike="noStrike">
                <a:solidFill>
                  <a:schemeClr val="dk1"/>
                </a:solidFill>
                <a:effectLst/>
                <a:uFillTx/>
                <a:latin typeface="Bodoni MT Black"/>
                <a:ea typeface="宋体"/>
              </a:rPr>
              <a:t>中有</a:t>
            </a:r>
            <a:r>
              <a:rPr lang="zh-CN" sz="2400" b="0" u="none" strike="noStrike">
                <a:solidFill>
                  <a:srgbClr val="ff0000"/>
                </a:solidFill>
                <a:effectLst/>
                <a:uFillTx/>
                <a:latin typeface="Bodoni MT Black"/>
                <a:ea typeface="宋体"/>
              </a:rPr>
              <a:t>对应关系</a:t>
            </a:r>
            <a:r>
              <a:rPr lang="zh-CN" sz="2400" b="0" u="none" strike="noStrike">
                <a:solidFill>
                  <a:schemeClr val="dk1"/>
                </a:solidFill>
                <a:effectLst/>
                <a:uFillTx/>
                <a:latin typeface="Bodoni MT Black"/>
                <a:ea typeface="宋体"/>
              </a:rPr>
              <a:t>的数据单元。 </a:t>
            </a:r>
            <a:endParaRPr lang="en-US" sz="2400" b="0" u="none" strike="noStrike">
              <a:solidFill>
                <a:srgbClr val="000000"/>
              </a:solidFill>
              <a:effectLst/>
              <a:uFillTx/>
              <a:latin typeface="Arial"/>
            </a:endParaRPr>
          </a:p>
        </p:txBody>
      </p:sp>
      <p:sp>
        <p:nvSpPr>
          <p:cNvPr id="31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6.4.3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20"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面向</a:t>
            </a:r>
            <a:r>
              <a:rPr lang="zh-CN" sz="4400" b="1" u="none" strike="noStrike">
                <a:solidFill>
                  <a:schemeClr val="dk1"/>
                </a:solidFill>
                <a:effectLst/>
                <a:uFillTx/>
                <a:latin typeface="Bodoni MT Black"/>
              </a:rPr>
              <a:t>数据结构</a:t>
            </a:r>
            <a:r>
              <a:rPr lang="zh-CN" sz="4400" b="1" u="none" strike="noStrike">
                <a:solidFill>
                  <a:schemeClr val="dk1"/>
                </a:solidFill>
                <a:effectLst/>
                <a:uFillTx/>
                <a:latin typeface="Bodoni MT Black"/>
              </a:rPr>
              <a:t>的设计方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22" name="TextBox 7"/>
          <p:cNvSpPr/>
          <p:nvPr/>
        </p:nvSpPr>
        <p:spPr>
          <a:xfrm>
            <a:off x="318240" y="1340640"/>
            <a:ext cx="8507160" cy="37854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③ 用下述</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条规则从描绘</a:t>
            </a:r>
            <a:r>
              <a:rPr lang="zh-CN" sz="2400" b="0" u="none" strike="noStrike">
                <a:solidFill>
                  <a:srgbClr val="ff0000"/>
                </a:solidFill>
                <a:effectLst/>
                <a:uFillTx/>
                <a:latin typeface="Bodoni MT Black"/>
                <a:ea typeface="宋体"/>
              </a:rPr>
              <a:t>数据结构的</a:t>
            </a:r>
            <a:r>
              <a:rPr lang="en-US" sz="2400" b="0" u="none" strike="noStrike">
                <a:solidFill>
                  <a:srgbClr val="ff0000"/>
                </a:solidFill>
                <a:effectLst/>
                <a:uFillTx/>
                <a:latin typeface="Bodoni MT Black"/>
                <a:ea typeface="宋体"/>
              </a:rPr>
              <a:t>Jackson</a:t>
            </a:r>
            <a:r>
              <a:rPr lang="zh-CN" sz="2400" b="0" u="none" strike="noStrike">
                <a:solidFill>
                  <a:srgbClr val="ff0000"/>
                </a:solidFill>
                <a:effectLst/>
                <a:uFillTx/>
                <a:latin typeface="Bodoni MT Black"/>
                <a:ea typeface="宋体"/>
              </a:rPr>
              <a:t>图</a:t>
            </a:r>
            <a:r>
              <a:rPr lang="zh-CN" sz="2400" b="0" u="none" strike="noStrike">
                <a:solidFill>
                  <a:schemeClr val="dk1"/>
                </a:solidFill>
                <a:effectLst/>
                <a:uFillTx/>
                <a:latin typeface="Bodoni MT Black"/>
                <a:ea typeface="宋体"/>
              </a:rPr>
              <a:t>导出描绘</a:t>
            </a:r>
            <a:r>
              <a:rPr lang="zh-CN" sz="2400" b="0" u="none" strike="noStrike">
                <a:solidFill>
                  <a:srgbClr val="ff0000"/>
                </a:solidFill>
                <a:effectLst/>
                <a:uFillTx/>
                <a:latin typeface="Bodoni MT Black"/>
                <a:ea typeface="宋体"/>
              </a:rPr>
              <a:t>程序结构的</a:t>
            </a:r>
            <a:r>
              <a:rPr lang="en-US" sz="2400" b="0" u="none" strike="noStrike">
                <a:solidFill>
                  <a:srgbClr val="ff0000"/>
                </a:solidFill>
                <a:effectLst/>
                <a:uFillTx/>
                <a:latin typeface="Bodoni MT Black"/>
                <a:ea typeface="宋体"/>
              </a:rPr>
              <a:t>Jackson</a:t>
            </a:r>
            <a:r>
              <a:rPr lang="zh-CN" sz="2400" b="0" u="none" strike="noStrike">
                <a:solidFill>
                  <a:srgbClr val="ff0000"/>
                </a:solidFill>
                <a:effectLst/>
                <a:uFillTx/>
                <a:latin typeface="Bodoni MT Black"/>
                <a:ea typeface="宋体"/>
              </a:rPr>
              <a:t>图</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为</a:t>
            </a:r>
            <a:r>
              <a:rPr lang="zh-CN" sz="2400" b="0" u="none" strike="noStrike">
                <a:solidFill>
                  <a:srgbClr val="0070c0"/>
                </a:solidFill>
                <a:effectLst/>
                <a:uFillTx/>
                <a:latin typeface="Bodoni MT Black"/>
                <a:ea typeface="宋体"/>
              </a:rPr>
              <a:t>每对有对应关系的数据单元</a:t>
            </a:r>
            <a:r>
              <a:rPr lang="zh-CN" sz="2400" b="0" u="none" strike="noStrike">
                <a:solidFill>
                  <a:schemeClr val="dk1"/>
                </a:solidFill>
                <a:effectLst/>
                <a:uFillTx/>
                <a:latin typeface="Bodoni MT Black"/>
                <a:ea typeface="宋体"/>
              </a:rPr>
              <a:t>，按照它们在数据结构图中的层次在程序结构图的相应层次画一个处理框。</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根据</a:t>
            </a:r>
            <a:r>
              <a:rPr lang="zh-CN" sz="2400" b="0" u="none" strike="noStrike">
                <a:solidFill>
                  <a:srgbClr val="0070c0"/>
                </a:solidFill>
                <a:effectLst/>
                <a:uFillTx/>
                <a:latin typeface="Bodoni MT Black"/>
                <a:ea typeface="宋体"/>
              </a:rPr>
              <a:t>输入数据结构中剩余的每个数据单元</a:t>
            </a:r>
            <a:r>
              <a:rPr lang="zh-CN" sz="2400" b="0" u="none" strike="noStrike">
                <a:solidFill>
                  <a:schemeClr val="dk1"/>
                </a:solidFill>
                <a:effectLst/>
                <a:uFillTx/>
                <a:latin typeface="Bodoni MT Black"/>
                <a:ea typeface="宋体"/>
              </a:rPr>
              <a:t>所处的层次，在程序结构图的相应层次分别为它们画上对应的处理框。</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根据</a:t>
            </a:r>
            <a:r>
              <a:rPr lang="zh-CN" sz="2400" b="0" u="none" strike="noStrike">
                <a:solidFill>
                  <a:srgbClr val="0070c0"/>
                </a:solidFill>
                <a:effectLst/>
                <a:uFillTx/>
                <a:latin typeface="Bodoni MT Black"/>
                <a:ea typeface="宋体"/>
              </a:rPr>
              <a:t>输出数据结构中剩余的每个数据单元</a:t>
            </a:r>
            <a:r>
              <a:rPr lang="zh-CN" sz="2400" b="0" u="none" strike="noStrike">
                <a:solidFill>
                  <a:schemeClr val="dk1"/>
                </a:solidFill>
                <a:effectLst/>
                <a:uFillTx/>
                <a:latin typeface="Bodoni MT Black"/>
                <a:ea typeface="宋体"/>
              </a:rPr>
              <a:t>所处的层次，在程序结构图的相应层次分别为它们画上对应的处理框。</a:t>
            </a:r>
            <a:endParaRPr lang="en-US" sz="2400" b="0" u="none" strike="noStrike">
              <a:solidFill>
                <a:srgbClr val="000000"/>
              </a:solidFill>
              <a:effectLst/>
              <a:uFillTx/>
              <a:latin typeface="Arial"/>
            </a:endParaRPr>
          </a:p>
        </p:txBody>
      </p:sp>
      <p:sp>
        <p:nvSpPr>
          <p:cNvPr id="32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24"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457200" y="125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面向数据结构的设计方法</a:t>
            </a:r>
            <a:endParaRPr lang="es-ES" sz="4400" b="0" u="none" strike="noStrike">
              <a:solidFill>
                <a:schemeClr val="dk1"/>
              </a:solidFill>
              <a:effectLst/>
              <a:uFillTx/>
              <a:latin typeface="Arial"/>
            </a:endParaRPr>
          </a:p>
        </p:txBody>
      </p:sp>
      <p:sp>
        <p:nvSpPr>
          <p:cNvPr id="326" name="TextBox 7"/>
          <p:cNvSpPr/>
          <p:nvPr/>
        </p:nvSpPr>
        <p:spPr>
          <a:xfrm>
            <a:off x="287640" y="1882440"/>
            <a:ext cx="8568720" cy="18972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④ 列出所有</a:t>
            </a:r>
            <a:r>
              <a:rPr lang="zh-CN" sz="2400" b="0" u="none" strike="noStrike">
                <a:solidFill>
                  <a:srgbClr val="ff0000"/>
                </a:solidFill>
                <a:effectLst/>
                <a:uFillTx/>
                <a:latin typeface="Bodoni MT Black"/>
                <a:ea typeface="宋体"/>
              </a:rPr>
              <a:t>操作</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条件</a:t>
            </a:r>
            <a:r>
              <a:rPr lang="zh-CN" sz="2400" b="0" u="none" strike="noStrike">
                <a:solidFill>
                  <a:schemeClr val="dk1"/>
                </a:solidFill>
                <a:effectLst/>
                <a:uFillTx/>
                <a:latin typeface="Bodoni MT Black"/>
                <a:ea typeface="宋体"/>
              </a:rPr>
              <a:t>（包括分支条件和循环结束条件），并且把它们分配到程序结构图的适当位置。</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⑤ 用</a:t>
            </a:r>
            <a:r>
              <a:rPr lang="zh-CN" sz="2400" b="0" u="none" strike="noStrike">
                <a:solidFill>
                  <a:srgbClr val="ff0000"/>
                </a:solidFill>
                <a:effectLst/>
                <a:uFillTx/>
                <a:latin typeface="Bodoni MT Black"/>
                <a:ea typeface="宋体"/>
              </a:rPr>
              <a:t>伪码</a:t>
            </a:r>
            <a:r>
              <a:rPr lang="zh-CN" sz="2400" b="0" u="none" strike="noStrike">
                <a:solidFill>
                  <a:schemeClr val="dk1"/>
                </a:solidFill>
                <a:effectLst/>
                <a:uFillTx/>
                <a:latin typeface="Bodoni MT Black"/>
                <a:ea typeface="宋体"/>
              </a:rPr>
              <a:t>表示程序。</a:t>
            </a:r>
            <a:r>
              <a:rPr lang="en-US" sz="2400" b="0" u="none" strike="noStrike">
                <a:solidFill>
                  <a:srgbClr val="ff0000"/>
                </a:solidFill>
                <a:effectLst/>
                <a:uFillTx/>
                <a:latin typeface="Bodoni MT Black"/>
                <a:ea typeface="宋体"/>
              </a:rPr>
              <a:t>Jackson</a:t>
            </a:r>
            <a:r>
              <a:rPr lang="zh-CN" sz="2400" b="0" u="none" strike="noStrike">
                <a:solidFill>
                  <a:srgbClr val="ff0000"/>
                </a:solidFill>
                <a:effectLst/>
                <a:uFillTx/>
                <a:latin typeface="Bodoni MT Black"/>
                <a:ea typeface="宋体"/>
              </a:rPr>
              <a:t>方法中使用的伪码和</a:t>
            </a:r>
            <a:r>
              <a:rPr lang="en-US" sz="2400" b="0" u="none" strike="noStrike">
                <a:solidFill>
                  <a:srgbClr val="ff0000"/>
                </a:solidFill>
                <a:effectLst/>
                <a:uFillTx/>
                <a:latin typeface="Bodoni MT Black"/>
                <a:ea typeface="宋体"/>
              </a:rPr>
              <a:t>Jackson</a:t>
            </a:r>
            <a:r>
              <a:rPr lang="zh-CN" sz="2400" b="0" u="none" strike="noStrike">
                <a:solidFill>
                  <a:srgbClr val="ff0000"/>
                </a:solidFill>
                <a:effectLst/>
                <a:uFillTx/>
                <a:latin typeface="Bodoni MT Black"/>
                <a:ea typeface="宋体"/>
              </a:rPr>
              <a:t>图是完全对应的。</a:t>
            </a:r>
            <a:endParaRPr lang="en-US" sz="2400" b="0" u="none" strike="noStrike">
              <a:solidFill>
                <a:srgbClr val="000000"/>
              </a:solidFill>
              <a:effectLst/>
              <a:uFillTx/>
              <a:latin typeface="Arial"/>
            </a:endParaRPr>
          </a:p>
        </p:txBody>
      </p:sp>
      <p:sp>
        <p:nvSpPr>
          <p:cNvPr id="32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28"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30" name="TextBox 7"/>
          <p:cNvSpPr/>
          <p:nvPr/>
        </p:nvSpPr>
        <p:spPr>
          <a:xfrm>
            <a:off x="411120" y="1196640"/>
            <a:ext cx="5184360" cy="4524120"/>
          </a:xfrm>
          <a:prstGeom prst="rect">
            <a:avLst/>
          </a:prstGeom>
          <a:noFill/>
          <a:ln w="0">
            <a:noFill/>
          </a:ln>
        </p:spPr>
        <p:style>
          <a:lnRef idx="0"/>
          <a:fillRef idx="0"/>
          <a:effectRef idx="0"/>
          <a:fontRef idx="minor"/>
        </p:style>
        <p:txBody>
          <a:bodyPr lIns="90000" rIns="90000" tIns="45000" bIns="45000" anchor="t">
            <a:spAutoFit/>
          </a:bodyPr>
          <a:p>
            <a:pPr marL="2629080" defTabSz="914400">
              <a:lnSpc>
                <a:spcPct val="150000"/>
              </a:lnSpc>
              <a:tabLst>
                <a:tab algn="l" pos="0"/>
              </a:tabLst>
            </a:pPr>
            <a:r>
              <a:rPr lang="zh-CN" sz="2400" b="1" u="none" strike="noStrike">
                <a:solidFill>
                  <a:srgbClr val="ff0000"/>
                </a:solidFill>
                <a:effectLst/>
                <a:uFillTx/>
                <a:latin typeface="Bodoni MT Black"/>
                <a:ea typeface="宋体"/>
              </a:rPr>
              <a:t>选择结构</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A </a:t>
            </a:r>
            <a:r>
              <a:rPr lang="en-US" sz="2400" b="0" u="none" strike="noStrike">
                <a:solidFill>
                  <a:srgbClr val="0070c0"/>
                </a:solidFill>
                <a:effectLst/>
                <a:uFillTx/>
                <a:latin typeface="Bodoni MT Black"/>
                <a:ea typeface="宋体"/>
              </a:rPr>
              <a:t>select</a:t>
            </a:r>
            <a:r>
              <a:rPr lang="en-US" sz="2400" b="0" u="none" strike="noStrike">
                <a:solidFill>
                  <a:schemeClr val="dk1"/>
                </a:solidFill>
                <a:effectLst/>
                <a:uFillTx/>
                <a:latin typeface="Bodoni MT Black"/>
                <a:ea typeface="宋体"/>
              </a:rPr>
              <a:t> </a:t>
            </a:r>
            <a:r>
              <a:rPr lang="en-US" sz="2400" b="0" u="none" strike="noStrike">
                <a:solidFill>
                  <a:srgbClr val="00b050"/>
                </a:solidFill>
                <a:effectLst/>
                <a:uFillTx/>
                <a:latin typeface="Bodoni MT Black"/>
                <a:ea typeface="宋体"/>
              </a:rPr>
              <a:t>cond1</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   B</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A </a:t>
            </a:r>
            <a:r>
              <a:rPr lang="en-US" sz="2400" b="0" u="none" strike="noStrike">
                <a:solidFill>
                  <a:srgbClr val="0070c0"/>
                </a:solidFill>
                <a:effectLst/>
                <a:uFillTx/>
                <a:latin typeface="Bodoni MT Black"/>
                <a:ea typeface="宋体"/>
              </a:rPr>
              <a:t>or</a:t>
            </a:r>
            <a:r>
              <a:rPr lang="en-US" sz="2400" b="0" u="none" strike="noStrike">
                <a:solidFill>
                  <a:schemeClr val="dk1"/>
                </a:solidFill>
                <a:effectLst/>
                <a:uFillTx/>
                <a:latin typeface="Bodoni MT Black"/>
                <a:ea typeface="宋体"/>
              </a:rPr>
              <a:t> </a:t>
            </a:r>
            <a:r>
              <a:rPr lang="en-US" sz="2400" b="0" u="none" strike="noStrike">
                <a:solidFill>
                  <a:srgbClr val="00b050"/>
                </a:solidFill>
                <a:effectLst/>
                <a:uFillTx/>
                <a:latin typeface="Bodoni MT Black"/>
                <a:ea typeface="宋体"/>
              </a:rPr>
              <a:t>cond2</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   C</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A </a:t>
            </a:r>
            <a:r>
              <a:rPr lang="en-US" sz="2400" b="0" u="none" strike="noStrike">
                <a:solidFill>
                  <a:srgbClr val="0070c0"/>
                </a:solidFill>
                <a:effectLst/>
                <a:uFillTx/>
                <a:latin typeface="Bodoni MT Black"/>
                <a:ea typeface="宋体"/>
              </a:rPr>
              <a:t>or </a:t>
            </a:r>
            <a:r>
              <a:rPr lang="en-US" sz="2400" b="0" u="none" strike="noStrike">
                <a:solidFill>
                  <a:srgbClr val="00b050"/>
                </a:solidFill>
                <a:effectLst/>
                <a:uFillTx/>
                <a:latin typeface="Bodoni MT Black"/>
                <a:ea typeface="宋体"/>
              </a:rPr>
              <a:t>cond3</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   D</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A </a:t>
            </a:r>
            <a:r>
              <a:rPr lang="en-US" sz="2400" b="0" u="none" strike="noStrike">
                <a:solidFill>
                  <a:srgbClr val="0070c0"/>
                </a:solidFill>
                <a:effectLst/>
                <a:uFillTx/>
                <a:latin typeface="Bodoni MT Black"/>
                <a:ea typeface="宋体"/>
              </a:rPr>
              <a:t>end</a:t>
            </a:r>
            <a:endParaRPr lang="en-US" sz="2400" b="0" u="none" strike="noStrike">
              <a:solidFill>
                <a:srgbClr val="000000"/>
              </a:solidFill>
              <a:effectLst/>
              <a:uFillTx/>
              <a:latin typeface="Arial"/>
            </a:endParaRPr>
          </a:p>
        </p:txBody>
      </p:sp>
      <p:sp>
        <p:nvSpPr>
          <p:cNvPr id="331" name="TextBox 7"/>
          <p:cNvSpPr/>
          <p:nvPr/>
        </p:nvSpPr>
        <p:spPr>
          <a:xfrm>
            <a:off x="3365280" y="1194840"/>
            <a:ext cx="5616360" cy="2862000"/>
          </a:xfrm>
          <a:prstGeom prst="rect">
            <a:avLst/>
          </a:prstGeom>
          <a:noFill/>
          <a:ln w="0">
            <a:noFill/>
          </a:ln>
        </p:spPr>
        <p:style>
          <a:lnRef idx="0"/>
          <a:fillRef idx="0"/>
          <a:effectRef idx="0"/>
          <a:fontRef idx="minor"/>
        </p:style>
        <p:txBody>
          <a:bodyPr lIns="90000" rIns="90000" tIns="45000" bIns="45000" anchor="t">
            <a:spAutoFit/>
          </a:bodyPr>
          <a:p>
            <a:pPr marL="2629080" defTabSz="914400">
              <a:lnSpc>
                <a:spcPct val="150000"/>
              </a:lnSpc>
              <a:tabLst>
                <a:tab algn="l" pos="0"/>
              </a:tabLst>
            </a:pPr>
            <a:r>
              <a:rPr lang="zh-CN" sz="2400" b="1" u="none" strike="noStrike">
                <a:solidFill>
                  <a:srgbClr val="ff0000"/>
                </a:solidFill>
                <a:effectLst/>
                <a:uFillTx/>
                <a:latin typeface="Bodoni MT Black"/>
                <a:ea typeface="宋体"/>
              </a:rPr>
              <a:t>重复结构</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A </a:t>
            </a:r>
            <a:r>
              <a:rPr lang="en-US" sz="2400" b="0" u="none" strike="noStrike">
                <a:solidFill>
                  <a:srgbClr val="0070c0"/>
                </a:solidFill>
                <a:effectLst/>
                <a:uFillTx/>
                <a:latin typeface="Bodoni MT Black"/>
                <a:ea typeface="宋体"/>
              </a:rPr>
              <a:t>iter until/while       </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rgbClr val="0070c0"/>
                </a:solidFill>
                <a:effectLst/>
                <a:uFillTx/>
                <a:latin typeface="Bodoni MT Black"/>
                <a:ea typeface="宋体"/>
              </a:rPr>
              <a:t>   </a:t>
            </a:r>
            <a:r>
              <a:rPr lang="en-US" sz="2400" b="0" u="none" strike="noStrike">
                <a:solidFill>
                  <a:srgbClr val="00b050"/>
                </a:solidFill>
                <a:effectLst/>
                <a:uFillTx/>
                <a:latin typeface="Bodoni MT Black"/>
                <a:ea typeface="宋体"/>
              </a:rPr>
              <a:t>cond</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   B</a:t>
            </a:r>
            <a:endParaRPr lang="en-US" sz="2400" b="0" u="none" strike="noStrike">
              <a:solidFill>
                <a:srgbClr val="000000"/>
              </a:solidFill>
              <a:effectLst/>
              <a:uFillTx/>
              <a:latin typeface="Arial"/>
            </a:endParaRPr>
          </a:p>
          <a:p>
            <a:pPr marL="2629080" defTabSz="914400">
              <a:lnSpc>
                <a:spcPct val="150000"/>
              </a:lnSpc>
              <a:tabLst>
                <a:tab algn="l" pos="0"/>
              </a:tabLst>
            </a:pPr>
            <a:r>
              <a:rPr lang="en-US" sz="2400" b="0" u="none" strike="noStrike">
                <a:solidFill>
                  <a:schemeClr val="dk1"/>
                </a:solidFill>
                <a:effectLst/>
                <a:uFillTx/>
                <a:latin typeface="Bodoni MT Black"/>
                <a:ea typeface="宋体"/>
              </a:rPr>
              <a:t>A </a:t>
            </a:r>
            <a:r>
              <a:rPr lang="en-US" sz="2400" b="0" u="none" strike="noStrike">
                <a:solidFill>
                  <a:srgbClr val="0070c0"/>
                </a:solidFill>
                <a:effectLst/>
                <a:uFillTx/>
                <a:latin typeface="Bodoni MT Black"/>
                <a:ea typeface="宋体"/>
              </a:rPr>
              <a:t>end</a:t>
            </a:r>
            <a:endParaRPr lang="en-US" sz="2400" b="0" u="none" strike="noStrike">
              <a:solidFill>
                <a:srgbClr val="000000"/>
              </a:solidFill>
              <a:effectLst/>
              <a:uFillTx/>
              <a:latin typeface="Arial"/>
            </a:endParaRPr>
          </a:p>
        </p:txBody>
      </p:sp>
      <p:sp>
        <p:nvSpPr>
          <p:cNvPr id="33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33"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334" name="矩形 1"/>
          <p:cNvSpPr/>
          <p:nvPr/>
        </p:nvSpPr>
        <p:spPr>
          <a:xfrm>
            <a:off x="5292000" y="5040720"/>
            <a:ext cx="3569760" cy="58140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pPr>
            <a:r>
              <a:rPr lang="zh-CN" sz="2400" b="0" u="none" strike="noStrike">
                <a:solidFill>
                  <a:schemeClr val="dk1"/>
                </a:solidFill>
                <a:effectLst/>
                <a:uFillTx/>
                <a:latin typeface="Bodoni MT Black"/>
                <a:ea typeface="宋体"/>
              </a:rPr>
              <a:t>三种基本结构对应的伪码</a:t>
            </a:r>
            <a:endParaRPr lang="en-US" sz="2400" b="0" u="none" strike="noStrike">
              <a:solidFill>
                <a:srgbClr val="000000"/>
              </a:solidFill>
              <a:effectLst/>
              <a:uFillTx/>
              <a:latin typeface="Arial"/>
            </a:endParaRPr>
          </a:p>
        </p:txBody>
      </p:sp>
      <p:sp>
        <p:nvSpPr>
          <p:cNvPr id="335" name="TextBox 7"/>
          <p:cNvSpPr/>
          <p:nvPr/>
        </p:nvSpPr>
        <p:spPr>
          <a:xfrm>
            <a:off x="352440" y="1221480"/>
            <a:ext cx="3384360" cy="3416040"/>
          </a:xfrm>
          <a:prstGeom prst="rect">
            <a:avLst/>
          </a:prstGeom>
          <a:noFill/>
          <a:ln w="9525">
            <a:noFill/>
          </a:ln>
        </p:spPr>
        <p:style>
          <a:lnRef idx="0"/>
          <a:fillRef idx="0"/>
          <a:effectRef idx="0"/>
          <a:fontRef idx="minor"/>
        </p:style>
        <p:txBody>
          <a:bodyPr lIns="90000" rIns="90000" tIns="45000" bIns="45000" anchor="t">
            <a:spAutoFit/>
          </a:bodyPr>
          <a:p>
            <a:pPr>
              <a:lnSpc>
                <a:spcPct val="150000"/>
              </a:lnSpc>
            </a:pPr>
            <a:r>
              <a:rPr lang="zh-CN" sz="2400" b="1" u="none" strike="noStrike">
                <a:solidFill>
                  <a:srgbClr val="ff0000"/>
                </a:solidFill>
                <a:effectLst/>
                <a:uFillTx/>
                <a:latin typeface="Bodoni MT Black"/>
                <a:ea typeface="宋体"/>
              </a:rPr>
              <a:t>顺序结构</a:t>
            </a:r>
            <a:endParaRPr lang="en-US" sz="2400" b="0" u="none" strike="noStrike">
              <a:solidFill>
                <a:srgbClr val="000000"/>
              </a:solidFill>
              <a:effectLst/>
              <a:uFillTx/>
              <a:latin typeface="Arial"/>
            </a:endParaRPr>
          </a:p>
          <a:p>
            <a:pPr>
              <a:lnSpc>
                <a:spcPct val="150000"/>
              </a:lnSpc>
            </a:pPr>
            <a:r>
              <a:rPr lang="en-US" sz="2400" b="0" u="none" strike="noStrike">
                <a:solidFill>
                  <a:schemeClr val="dk1"/>
                </a:solidFill>
                <a:effectLst/>
                <a:uFillTx/>
                <a:latin typeface="Bodoni MT Black"/>
                <a:ea typeface="宋体"/>
              </a:rPr>
              <a:t>A</a:t>
            </a:r>
            <a:r>
              <a:rPr lang="en-US" sz="2400" b="0" u="none" strike="noStrike">
                <a:solidFill>
                  <a:srgbClr val="0070c0"/>
                </a:solidFill>
                <a:effectLst/>
                <a:uFillTx/>
                <a:latin typeface="Bodoni MT Black"/>
                <a:ea typeface="宋体"/>
              </a:rPr>
              <a:t> seq</a:t>
            </a:r>
            <a:endParaRPr lang="en-US" sz="2400" b="0" u="none" strike="noStrike">
              <a:solidFill>
                <a:srgbClr val="000000"/>
              </a:solidFill>
              <a:effectLst/>
              <a:uFillTx/>
              <a:latin typeface="Arial"/>
            </a:endParaRPr>
          </a:p>
          <a:p>
            <a:pPr>
              <a:lnSpc>
                <a:spcPct val="150000"/>
              </a:lnSpc>
            </a:pPr>
            <a:r>
              <a:rPr lang="en-US" sz="2400" b="0" u="none" strike="noStrike">
                <a:solidFill>
                  <a:schemeClr val="dk1"/>
                </a:solidFill>
                <a:effectLst/>
                <a:uFillTx/>
                <a:latin typeface="Bodoni MT Black"/>
                <a:ea typeface="宋体"/>
              </a:rPr>
              <a:t>   B</a:t>
            </a:r>
            <a:endParaRPr lang="en-US" sz="2400" b="0" u="none" strike="noStrike">
              <a:solidFill>
                <a:srgbClr val="000000"/>
              </a:solidFill>
              <a:effectLst/>
              <a:uFillTx/>
              <a:latin typeface="Arial"/>
            </a:endParaRPr>
          </a:p>
          <a:p>
            <a:pPr>
              <a:lnSpc>
                <a:spcPct val="150000"/>
              </a:lnSpc>
            </a:pPr>
            <a:r>
              <a:rPr lang="en-US" sz="2400" b="0" u="none" strike="noStrike">
                <a:solidFill>
                  <a:schemeClr val="dk1"/>
                </a:solidFill>
                <a:effectLst/>
                <a:uFillTx/>
                <a:latin typeface="Bodoni MT Black"/>
                <a:ea typeface="宋体"/>
              </a:rPr>
              <a:t>   C</a:t>
            </a:r>
            <a:endParaRPr lang="en-US" sz="2400" b="0" u="none" strike="noStrike">
              <a:solidFill>
                <a:srgbClr val="000000"/>
              </a:solidFill>
              <a:effectLst/>
              <a:uFillTx/>
              <a:latin typeface="Arial"/>
            </a:endParaRPr>
          </a:p>
          <a:p>
            <a:pPr>
              <a:lnSpc>
                <a:spcPct val="150000"/>
              </a:lnSpc>
            </a:pPr>
            <a:r>
              <a:rPr lang="en-US" sz="2400" b="0" u="none" strike="noStrike">
                <a:solidFill>
                  <a:schemeClr val="dk1"/>
                </a:solidFill>
                <a:effectLst/>
                <a:uFillTx/>
                <a:latin typeface="Bodoni MT Black"/>
                <a:ea typeface="宋体"/>
              </a:rPr>
              <a:t>   D</a:t>
            </a:r>
            <a:endParaRPr lang="en-US" sz="2400" b="0" u="none" strike="noStrike">
              <a:solidFill>
                <a:srgbClr val="000000"/>
              </a:solidFill>
              <a:effectLst/>
              <a:uFillTx/>
              <a:latin typeface="Arial"/>
            </a:endParaRPr>
          </a:p>
          <a:p>
            <a:pPr>
              <a:lnSpc>
                <a:spcPct val="150000"/>
              </a:lnSpc>
            </a:pPr>
            <a:r>
              <a:rPr lang="en-US" sz="2400" b="0" u="none" strike="noStrike">
                <a:solidFill>
                  <a:schemeClr val="dk1"/>
                </a:solidFill>
                <a:effectLst/>
                <a:uFillTx/>
                <a:latin typeface="Bodoni MT Black"/>
                <a:ea typeface="宋体"/>
              </a:rPr>
              <a:t>A</a:t>
            </a:r>
            <a:r>
              <a:rPr lang="en-US" sz="2400" b="0" u="none" strike="noStrike">
                <a:solidFill>
                  <a:srgbClr val="0070c0"/>
                </a:solidFill>
                <a:effectLst/>
                <a:uFillTx/>
                <a:latin typeface="Bodoni MT Black"/>
                <a:ea typeface="宋体"/>
              </a:rPr>
              <a:t> end</a:t>
            </a:r>
            <a:endParaRPr lang="en-US" sz="2400" b="0" u="none" strike="noStrike">
              <a:solidFill>
                <a:srgbClr val="000000"/>
              </a:solidFill>
              <a:effectLst/>
              <a:uFillTx/>
              <a:latin typeface="Arial"/>
            </a:endParaRPr>
          </a:p>
        </p:txBody>
      </p:sp>
      <p:cxnSp>
        <p:nvCxnSpPr>
          <p:cNvPr id="336" name="直接连接符 5"/>
          <p:cNvCxnSpPr/>
          <p:nvPr/>
        </p:nvCxnSpPr>
        <p:spPr>
          <a:xfrm>
            <a:off x="496440" y="2281680"/>
            <a:ext cx="360" cy="1944720"/>
          </a:xfrm>
          <a:prstGeom prst="straightConnector1">
            <a:avLst/>
          </a:prstGeom>
          <a:ln>
            <a:solidFill>
              <a:srgbClr val="000000"/>
            </a:solidFill>
            <a:round/>
          </a:ln>
        </p:spPr>
      </p:cxnSp>
      <p:cxnSp>
        <p:nvCxnSpPr>
          <p:cNvPr id="337" name="直接连接符 9"/>
          <p:cNvCxnSpPr/>
          <p:nvPr/>
        </p:nvCxnSpPr>
        <p:spPr>
          <a:xfrm>
            <a:off x="3203640" y="2204640"/>
            <a:ext cx="360" cy="845640"/>
          </a:xfrm>
          <a:prstGeom prst="straightConnector1">
            <a:avLst/>
          </a:prstGeom>
          <a:ln>
            <a:solidFill>
              <a:srgbClr val="000000"/>
            </a:solidFill>
            <a:round/>
          </a:ln>
        </p:spPr>
      </p:cxnSp>
      <p:cxnSp>
        <p:nvCxnSpPr>
          <p:cNvPr id="338" name="直接连接符 14"/>
          <p:cNvCxnSpPr/>
          <p:nvPr/>
        </p:nvCxnSpPr>
        <p:spPr>
          <a:xfrm>
            <a:off x="3203640" y="3313440"/>
            <a:ext cx="360" cy="845280"/>
          </a:xfrm>
          <a:prstGeom prst="straightConnector1">
            <a:avLst/>
          </a:prstGeom>
          <a:ln>
            <a:solidFill>
              <a:srgbClr val="000000"/>
            </a:solidFill>
            <a:round/>
          </a:ln>
        </p:spPr>
      </p:cxnSp>
      <p:cxnSp>
        <p:nvCxnSpPr>
          <p:cNvPr id="339" name="直接连接符 15"/>
          <p:cNvCxnSpPr/>
          <p:nvPr/>
        </p:nvCxnSpPr>
        <p:spPr>
          <a:xfrm>
            <a:off x="3203640" y="4456080"/>
            <a:ext cx="360" cy="845280"/>
          </a:xfrm>
          <a:prstGeom prst="straightConnector1">
            <a:avLst/>
          </a:prstGeom>
          <a:ln>
            <a:solidFill>
              <a:srgbClr val="000000"/>
            </a:solidFill>
            <a:round/>
          </a:ln>
        </p:spPr>
      </p:cxnSp>
      <p:cxnSp>
        <p:nvCxnSpPr>
          <p:cNvPr id="340" name="直接连接符 16"/>
          <p:cNvCxnSpPr/>
          <p:nvPr/>
        </p:nvCxnSpPr>
        <p:spPr>
          <a:xfrm>
            <a:off x="6156000" y="2468160"/>
            <a:ext cx="360" cy="845640"/>
          </a:xfrm>
          <a:prstGeom prst="straightConnector1">
            <a:avLst/>
          </a:prstGeom>
          <a:ln>
            <a:solidFill>
              <a:srgbClr val="000000"/>
            </a:solidFill>
            <a:round/>
          </a:ln>
        </p:spPr>
      </p:cxn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面向数据结构的</a:t>
            </a:r>
            <a:r>
              <a:rPr lang="zh-CN" sz="4400" b="1" u="none" strike="noStrike">
                <a:solidFill>
                  <a:schemeClr val="dk1"/>
                </a:solidFill>
                <a:effectLst/>
                <a:uFillTx/>
                <a:latin typeface="Bodoni MT Black"/>
              </a:rPr>
              <a:t>设计方法</a:t>
            </a:r>
            <a:endParaRPr lang="es-ES" sz="4400" b="0" u="none" strike="noStrike">
              <a:solidFill>
                <a:schemeClr val="dk1"/>
              </a:solidFill>
              <a:effectLst/>
              <a:uFillTx/>
              <a:latin typeface="Arial"/>
            </a:endParaRPr>
          </a:p>
        </p:txBody>
      </p:sp>
      <p:sp>
        <p:nvSpPr>
          <p:cNvPr id="342" name="TextBox 7"/>
          <p:cNvSpPr/>
          <p:nvPr/>
        </p:nvSpPr>
        <p:spPr>
          <a:xfrm>
            <a:off x="251640" y="1412640"/>
            <a:ext cx="8640720" cy="28620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Jackson</a:t>
            </a:r>
            <a:r>
              <a:rPr lang="zh-CN" sz="2400" b="0" u="none" strike="noStrike">
                <a:solidFill>
                  <a:schemeClr val="dk1"/>
                </a:solidFill>
                <a:effectLst/>
                <a:uFillTx/>
                <a:latin typeface="Bodoni MT Black"/>
                <a:ea typeface="宋体"/>
              </a:rPr>
              <a:t>结构程序设计方法实例。</a:t>
            </a:r>
            <a:endParaRPr lang="en-US" sz="2400" b="0" u="none" strike="noStrike">
              <a:solidFill>
                <a:srgbClr val="000000"/>
              </a:solidFill>
              <a:effectLst/>
              <a:uFillTx/>
              <a:latin typeface="Arial"/>
            </a:endParaRPr>
          </a:p>
          <a:p>
            <a:pPr>
              <a:lnSpc>
                <a:spcPct val="125000"/>
              </a:lnSpc>
            </a:pPr>
            <a:r>
              <a:rPr lang="zh-CN" sz="2400" b="0" u="none" strike="noStrike">
                <a:solidFill>
                  <a:schemeClr val="dk1"/>
                </a:solidFill>
                <a:effectLst/>
                <a:uFillTx/>
                <a:latin typeface="Bodoni MT Black"/>
                <a:ea typeface="宋体"/>
              </a:rPr>
              <a:t>例：一个</a:t>
            </a:r>
            <a:r>
              <a:rPr lang="zh-CN" sz="2400" b="0" u="none" strike="noStrike">
                <a:solidFill>
                  <a:srgbClr val="ff0000"/>
                </a:solidFill>
                <a:effectLst/>
                <a:uFillTx/>
                <a:latin typeface="Bodoni MT Black"/>
                <a:ea typeface="宋体"/>
              </a:rPr>
              <a:t>正文文件</a:t>
            </a:r>
            <a:r>
              <a:rPr lang="zh-CN" sz="2400" b="0" u="none" strike="noStrike">
                <a:solidFill>
                  <a:schemeClr val="dk1"/>
                </a:solidFill>
                <a:effectLst/>
                <a:uFillTx/>
                <a:latin typeface="Bodoni MT Black"/>
                <a:ea typeface="宋体"/>
              </a:rPr>
              <a:t>由若干个</a:t>
            </a:r>
            <a:r>
              <a:rPr lang="zh-CN" sz="2400" b="0" u="none" strike="noStrike">
                <a:solidFill>
                  <a:srgbClr val="ff0000"/>
                </a:solidFill>
                <a:effectLst/>
                <a:uFillTx/>
                <a:latin typeface="Bodoni MT Black"/>
                <a:ea typeface="宋体"/>
              </a:rPr>
              <a:t>记录</a:t>
            </a:r>
            <a:r>
              <a:rPr lang="zh-CN" sz="2400" b="0" u="none" strike="noStrike">
                <a:solidFill>
                  <a:schemeClr val="dk1"/>
                </a:solidFill>
                <a:effectLst/>
                <a:uFillTx/>
                <a:latin typeface="Bodoni MT Black"/>
                <a:ea typeface="宋体"/>
              </a:rPr>
              <a:t>组成，每个记录是一个</a:t>
            </a:r>
            <a:r>
              <a:rPr lang="zh-CN" sz="2400" b="0" u="none" strike="noStrike">
                <a:solidFill>
                  <a:srgbClr val="ff0000"/>
                </a:solidFill>
                <a:effectLst/>
                <a:uFillTx/>
                <a:latin typeface="Bodoni MT Black"/>
                <a:ea typeface="宋体"/>
              </a:rPr>
              <a:t>字符串</a:t>
            </a:r>
            <a:r>
              <a:rPr lang="zh-CN" sz="2400" b="0" u="none" strike="noStrike">
                <a:solidFill>
                  <a:schemeClr val="dk1"/>
                </a:solidFill>
                <a:effectLst/>
                <a:uFillTx/>
                <a:latin typeface="Bodoni MT Black"/>
                <a:ea typeface="宋体"/>
              </a:rPr>
              <a:t>。要求统计每个记录中</a:t>
            </a:r>
            <a:r>
              <a:rPr lang="zh-CN" sz="2400" b="0" u="none" strike="noStrike">
                <a:solidFill>
                  <a:srgbClr val="ff0000"/>
                </a:solidFill>
                <a:effectLst/>
                <a:uFillTx/>
                <a:latin typeface="Bodoni MT Black"/>
                <a:ea typeface="宋体"/>
              </a:rPr>
              <a:t>空格字符的个数</a:t>
            </a:r>
            <a:r>
              <a:rPr lang="zh-CN" sz="2400" b="0" u="none" strike="noStrike">
                <a:solidFill>
                  <a:schemeClr val="dk1"/>
                </a:solidFill>
                <a:effectLst/>
                <a:uFillTx/>
                <a:latin typeface="Bodoni MT Black"/>
                <a:ea typeface="宋体"/>
              </a:rPr>
              <a:t>，以及文件中</a:t>
            </a:r>
            <a:r>
              <a:rPr lang="zh-CN" sz="2400" b="0" u="none" strike="noStrike">
                <a:solidFill>
                  <a:srgbClr val="ff0000"/>
                </a:solidFill>
                <a:effectLst/>
                <a:uFillTx/>
                <a:latin typeface="Bodoni MT Black"/>
                <a:ea typeface="宋体"/>
              </a:rPr>
              <a:t>空格字符的总个数</a:t>
            </a:r>
            <a:r>
              <a:rPr lang="zh-CN" sz="2400" b="0" u="none" strike="noStrike">
                <a:solidFill>
                  <a:schemeClr val="dk1"/>
                </a:solidFill>
                <a:effectLst/>
                <a:uFillTx/>
                <a:latin typeface="Bodoni MT Black"/>
                <a:ea typeface="宋体"/>
              </a:rPr>
              <a:t>。要求的输出数据格式是，</a:t>
            </a:r>
            <a:r>
              <a:rPr lang="zh-CN" sz="2400" b="0" u="none" strike="noStrike">
                <a:solidFill>
                  <a:srgbClr val="0070c0"/>
                </a:solidFill>
                <a:effectLst/>
                <a:uFillTx/>
                <a:latin typeface="Bodoni MT Black"/>
                <a:ea typeface="宋体"/>
              </a:rPr>
              <a:t>每复制一行输入字符串之后，另起一行印出这个字符串中的空格数，最后印出文件中空格的总个数。</a:t>
            </a:r>
            <a:endParaRPr lang="en-US" sz="2400" b="0" u="none" strike="noStrike">
              <a:solidFill>
                <a:srgbClr val="000000"/>
              </a:solidFill>
              <a:effectLst/>
              <a:uFillTx/>
              <a:latin typeface="Arial"/>
            </a:endParaRPr>
          </a:p>
        </p:txBody>
      </p:sp>
      <p:sp>
        <p:nvSpPr>
          <p:cNvPr id="34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44"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面向数据结构的设计方法</a:t>
            </a:r>
            <a:endParaRPr lang="es-ES" sz="4400" b="0" u="none" strike="noStrike">
              <a:solidFill>
                <a:schemeClr val="dk1"/>
              </a:solidFill>
              <a:effectLst/>
              <a:uFillTx/>
              <a:latin typeface="Arial"/>
            </a:endParaRPr>
          </a:p>
        </p:txBody>
      </p:sp>
      <p:sp>
        <p:nvSpPr>
          <p:cNvPr id="346" name="TextBox 7"/>
          <p:cNvSpPr/>
          <p:nvPr/>
        </p:nvSpPr>
        <p:spPr>
          <a:xfrm>
            <a:off x="457200" y="1125360"/>
            <a:ext cx="8275320" cy="10152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输入和输出数据的结构很容易确定，用</a:t>
            </a:r>
            <a:r>
              <a:rPr lang="en-US" sz="2400" b="0" u="none" strike="noStrike">
                <a:solidFill>
                  <a:schemeClr val="dk1"/>
                </a:solidFill>
                <a:effectLst/>
                <a:uFillTx/>
                <a:latin typeface="Bodoni MT Black"/>
                <a:ea typeface="宋体"/>
              </a:rPr>
              <a:t>Jackson</a:t>
            </a:r>
            <a:r>
              <a:rPr lang="zh-CN" sz="2400" b="0" u="none" strike="noStrike">
                <a:solidFill>
                  <a:schemeClr val="dk1"/>
                </a:solidFill>
                <a:effectLst/>
                <a:uFillTx/>
                <a:latin typeface="Bodoni MT Black"/>
                <a:ea typeface="宋体"/>
              </a:rPr>
              <a:t>图描绘的</a:t>
            </a:r>
            <a:r>
              <a:rPr lang="zh-CN" sz="2400" b="0" u="none" strike="noStrike">
                <a:solidFill>
                  <a:srgbClr val="ff0000"/>
                </a:solidFill>
                <a:effectLst/>
                <a:uFillTx/>
                <a:latin typeface="Bodoni MT Black"/>
                <a:ea typeface="宋体"/>
              </a:rPr>
              <a:t>输入输出数据结构</a:t>
            </a:r>
            <a:r>
              <a:rPr lang="zh-CN" sz="2400" b="0" u="none" strike="noStrike">
                <a:solidFill>
                  <a:schemeClr val="dk1"/>
                </a:solidFill>
                <a:effectLst/>
                <a:uFillTx/>
                <a:latin typeface="Bodoni MT Black"/>
                <a:ea typeface="宋体"/>
              </a:rPr>
              <a:t>，即</a:t>
            </a:r>
            <a:r>
              <a:rPr lang="zh-CN" sz="2400" b="0" u="none" strike="noStrike">
                <a:solidFill>
                  <a:srgbClr val="ff0000"/>
                </a:solidFill>
                <a:effectLst/>
                <a:uFillTx/>
                <a:latin typeface="Bodoni MT Black"/>
                <a:ea typeface="宋体"/>
              </a:rPr>
              <a:t>数据结构的</a:t>
            </a:r>
            <a:r>
              <a:rPr lang="en-US" sz="2400" b="0" u="none" strike="noStrike">
                <a:solidFill>
                  <a:srgbClr val="ff0000"/>
                </a:solidFill>
                <a:effectLst/>
                <a:uFillTx/>
                <a:latin typeface="Bodoni MT Black"/>
                <a:ea typeface="宋体"/>
              </a:rPr>
              <a:t>Jackson</a:t>
            </a:r>
            <a:r>
              <a:rPr lang="zh-CN" sz="2400" b="0" u="none" strike="noStrike">
                <a:solidFill>
                  <a:srgbClr val="ff0000"/>
                </a:solidFill>
                <a:effectLst/>
                <a:uFillTx/>
                <a:latin typeface="Bodoni MT Black"/>
                <a:ea typeface="宋体"/>
              </a:rPr>
              <a:t>图。</a:t>
            </a:r>
            <a:endParaRPr lang="en-US" sz="2400" b="0" u="none" strike="noStrike">
              <a:solidFill>
                <a:srgbClr val="000000"/>
              </a:solidFill>
              <a:effectLst/>
              <a:uFillTx/>
              <a:latin typeface="Arial"/>
            </a:endParaRPr>
          </a:p>
        </p:txBody>
      </p:sp>
      <p:pic>
        <p:nvPicPr>
          <p:cNvPr id="347" name="图片 1"/>
          <p:cNvPicPr/>
          <p:nvPr/>
        </p:nvPicPr>
        <p:blipFill>
          <a:blip r:embed="rId1"/>
          <a:stretch/>
        </p:blipFill>
        <p:spPr>
          <a:xfrm>
            <a:off x="2124000" y="2365200"/>
            <a:ext cx="5765400" cy="3409560"/>
          </a:xfrm>
          <a:prstGeom prst="rect">
            <a:avLst/>
          </a:prstGeom>
          <a:noFill/>
          <a:ln w="9525">
            <a:noFill/>
          </a:ln>
        </p:spPr>
      </p:pic>
      <p:sp>
        <p:nvSpPr>
          <p:cNvPr id="348" name="矩形 9"/>
          <p:cNvSpPr/>
          <p:nvPr/>
        </p:nvSpPr>
        <p:spPr>
          <a:xfrm>
            <a:off x="250920" y="1124640"/>
            <a:ext cx="8435520" cy="10141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34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50"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52" name="TextBox 7"/>
          <p:cNvSpPr/>
          <p:nvPr/>
        </p:nvSpPr>
        <p:spPr>
          <a:xfrm>
            <a:off x="49680" y="954360"/>
            <a:ext cx="4618440" cy="581400"/>
          </a:xfrm>
          <a:prstGeom prst="rect">
            <a:avLst/>
          </a:prstGeom>
          <a:noFill/>
          <a:ln w="9525">
            <a:noFill/>
          </a:ln>
        </p:spPr>
        <p:style>
          <a:lnRef idx="0"/>
          <a:fillRef idx="0"/>
          <a:effectRef idx="0"/>
          <a:fontRef idx="minor"/>
        </p:style>
        <p:txBody>
          <a:bodyPr lIns="90000" rIns="90000" tIns="45000" bIns="45000" anchor="t">
            <a:spAutoFit/>
          </a:bodyPr>
          <a:p>
            <a:pPr>
              <a:lnSpc>
                <a:spcPct val="150000"/>
              </a:lnSpc>
            </a:pPr>
            <a:r>
              <a:rPr lang="zh-CN" sz="2400" b="0" u="none" strike="noStrike">
                <a:solidFill>
                  <a:schemeClr val="dk1"/>
                </a:solidFill>
                <a:effectLst/>
                <a:uFillTx/>
                <a:latin typeface="Bodoni MT Black"/>
                <a:ea typeface="宋体"/>
              </a:rPr>
              <a:t>导出描绘</a:t>
            </a:r>
            <a:r>
              <a:rPr lang="zh-CN" sz="2400" b="0" u="none" strike="noStrike">
                <a:solidFill>
                  <a:srgbClr val="ff0000"/>
                </a:solidFill>
                <a:effectLst/>
                <a:uFillTx/>
                <a:latin typeface="Bodoni MT Black"/>
                <a:ea typeface="宋体"/>
              </a:rPr>
              <a:t>程序结构的</a:t>
            </a:r>
            <a:r>
              <a:rPr lang="en-US" sz="2400" b="0" u="none" strike="noStrike">
                <a:solidFill>
                  <a:srgbClr val="ff0000"/>
                </a:solidFill>
                <a:effectLst/>
                <a:uFillTx/>
                <a:latin typeface="Bodoni MT Black"/>
                <a:ea typeface="宋体"/>
              </a:rPr>
              <a:t>Jackson</a:t>
            </a:r>
            <a:r>
              <a:rPr lang="zh-CN" sz="2400" b="0" u="none" strike="noStrike">
                <a:solidFill>
                  <a:srgbClr val="ff0000"/>
                </a:solidFill>
                <a:effectLst/>
                <a:uFillTx/>
                <a:latin typeface="Bodoni MT Black"/>
                <a:ea typeface="宋体"/>
              </a:rPr>
              <a:t>图</a:t>
            </a:r>
            <a:endParaRPr lang="en-US" sz="2400" b="0" u="none" strike="noStrike">
              <a:solidFill>
                <a:srgbClr val="000000"/>
              </a:solidFill>
              <a:effectLst/>
              <a:uFillTx/>
              <a:latin typeface="Arial"/>
            </a:endParaRPr>
          </a:p>
        </p:txBody>
      </p:sp>
      <p:pic>
        <p:nvPicPr>
          <p:cNvPr id="353" name="图片 2"/>
          <p:cNvPicPr/>
          <p:nvPr/>
        </p:nvPicPr>
        <p:blipFill>
          <a:blip r:embed="rId1"/>
          <a:stretch/>
        </p:blipFill>
        <p:spPr>
          <a:xfrm>
            <a:off x="4645080" y="1124640"/>
            <a:ext cx="3958920" cy="4849560"/>
          </a:xfrm>
          <a:prstGeom prst="rect">
            <a:avLst/>
          </a:prstGeom>
          <a:noFill/>
          <a:ln w="9525">
            <a:noFill/>
          </a:ln>
        </p:spPr>
      </p:pic>
      <p:sp>
        <p:nvSpPr>
          <p:cNvPr id="35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55"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pic>
        <p:nvPicPr>
          <p:cNvPr id="356" name="图片 1"/>
          <p:cNvPicPr/>
          <p:nvPr/>
        </p:nvPicPr>
        <p:blipFill>
          <a:blip r:embed="rId2"/>
          <a:stretch/>
        </p:blipFill>
        <p:spPr>
          <a:xfrm>
            <a:off x="4680" y="2565000"/>
            <a:ext cx="4383000" cy="2592000"/>
          </a:xfrm>
          <a:prstGeom prst="rect">
            <a:avLst/>
          </a:prstGeom>
          <a:noFill/>
          <a:ln w="9525">
            <a:noFill/>
          </a:ln>
        </p:spPr>
      </p:pic>
      <p:grpSp>
        <p:nvGrpSpPr>
          <p:cNvPr id="357" name="组合 26"/>
          <p:cNvGrpSpPr/>
          <p:nvPr/>
        </p:nvGrpSpPr>
        <p:grpSpPr>
          <a:xfrm>
            <a:off x="395640" y="1170360"/>
            <a:ext cx="7551720" cy="1826280"/>
            <a:chOff x="395640" y="1170360"/>
            <a:chExt cx="7551720" cy="1826280"/>
          </a:xfrm>
        </p:grpSpPr>
        <p:sp>
          <p:nvSpPr>
            <p:cNvPr id="358" name="椭圆 8"/>
            <p:cNvSpPr/>
            <p:nvPr/>
          </p:nvSpPr>
          <p:spPr>
            <a:xfrm>
              <a:off x="2976480" y="2565000"/>
              <a:ext cx="1018080" cy="431640"/>
            </a:xfrm>
            <a:prstGeom prst="ellipse">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nvGrpSpPr>
            <p:cNvPr id="359" name="组合 25"/>
            <p:cNvGrpSpPr/>
            <p:nvPr/>
          </p:nvGrpSpPr>
          <p:grpSpPr>
            <a:xfrm>
              <a:off x="395640" y="1170360"/>
              <a:ext cx="7551720" cy="1826280"/>
              <a:chOff x="395640" y="1170360"/>
              <a:chExt cx="7551720" cy="1826280"/>
            </a:xfrm>
          </p:grpSpPr>
          <p:sp>
            <p:nvSpPr>
              <p:cNvPr id="360" name="椭圆 1"/>
              <p:cNvSpPr/>
              <p:nvPr/>
            </p:nvSpPr>
            <p:spPr>
              <a:xfrm>
                <a:off x="395640" y="2565000"/>
                <a:ext cx="1018080" cy="431640"/>
              </a:xfrm>
              <a:prstGeom prst="ellipse">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1" name="椭圆 9"/>
              <p:cNvSpPr/>
              <p:nvPr/>
            </p:nvSpPr>
            <p:spPr>
              <a:xfrm>
                <a:off x="6929280" y="1170360"/>
                <a:ext cx="1018080" cy="431640"/>
              </a:xfrm>
              <a:prstGeom prst="ellipse">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cxnSp>
            <p:nvCxnSpPr>
              <p:cNvPr id="362" name="直接箭头连接符 5"/>
              <p:cNvCxnSpPr/>
              <p:nvPr/>
            </p:nvCxnSpPr>
            <p:spPr>
              <a:xfrm flipV="1">
                <a:off x="3822840" y="1504080"/>
                <a:ext cx="3024360" cy="1060920"/>
              </a:xfrm>
              <a:prstGeom prst="straightConnector1">
                <a:avLst/>
              </a:prstGeom>
              <a:ln>
                <a:solidFill>
                  <a:srgbClr val="ff0000"/>
                </a:solidFill>
                <a:round/>
                <a:headEnd len="med" type="triangle" w="med"/>
                <a:tailEnd len="med" type="triangle" w="med"/>
              </a:ln>
            </p:spPr>
          </p:cxnSp>
          <p:cxnSp>
            <p:nvCxnSpPr>
              <p:cNvPr id="363" name="直接箭头连接符 10"/>
              <p:cNvCxnSpPr/>
              <p:nvPr/>
            </p:nvCxnSpPr>
            <p:spPr>
              <a:xfrm flipV="1">
                <a:off x="1242000" y="1386000"/>
                <a:ext cx="5605200" cy="1179000"/>
              </a:xfrm>
              <a:prstGeom prst="straightConnector1">
                <a:avLst/>
              </a:prstGeom>
              <a:ln>
                <a:solidFill>
                  <a:srgbClr val="ff0000"/>
                </a:solidFill>
                <a:round/>
                <a:headEnd len="med" type="triangle" w="med"/>
                <a:tailEnd len="med" type="triangle" w="med"/>
              </a:ln>
            </p:spPr>
          </p:cxnSp>
          <p:sp>
            <p:nvSpPr>
              <p:cNvPr id="364" name="文本框 11"/>
              <p:cNvSpPr/>
              <p:nvPr/>
            </p:nvSpPr>
            <p:spPr>
              <a:xfrm>
                <a:off x="3467880" y="1653840"/>
                <a:ext cx="272340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ff0000"/>
                    </a:solidFill>
                    <a:effectLst/>
                    <a:uFillTx/>
                    <a:latin typeface="Arial"/>
                    <a:ea typeface="宋体"/>
                  </a:rPr>
                  <a:t>顶层处理与顶层数据对应</a:t>
                </a:r>
                <a:endParaRPr lang="en-US" sz="1800" b="0" u="none" strike="noStrike">
                  <a:solidFill>
                    <a:srgbClr val="000000"/>
                  </a:solidFill>
                  <a:effectLst/>
                  <a:uFillTx/>
                  <a:latin typeface="Arial"/>
                </a:endParaRPr>
              </a:p>
            </p:txBody>
          </p:sp>
        </p:grpSp>
      </p:grpSp>
      <p:grpSp>
        <p:nvGrpSpPr>
          <p:cNvPr id="365" name="组合 27"/>
          <p:cNvGrpSpPr/>
          <p:nvPr/>
        </p:nvGrpSpPr>
        <p:grpSpPr>
          <a:xfrm>
            <a:off x="2496600" y="1892880"/>
            <a:ext cx="6104160" cy="1700640"/>
            <a:chOff x="2496600" y="1892880"/>
            <a:chExt cx="6104160" cy="1700640"/>
          </a:xfrm>
        </p:grpSpPr>
        <p:sp>
          <p:nvSpPr>
            <p:cNvPr id="366" name="椭圆 17"/>
            <p:cNvSpPr/>
            <p:nvPr/>
          </p:nvSpPr>
          <p:spPr>
            <a:xfrm>
              <a:off x="2496600" y="3168360"/>
              <a:ext cx="1931040" cy="425160"/>
            </a:xfrm>
            <a:prstGeom prst="ellipse">
              <a:avLst/>
            </a:prstGeom>
            <a:noFill/>
            <a:ln>
              <a:solidFill>
                <a:srgbClr val="0070c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7" name="椭圆 18"/>
            <p:cNvSpPr/>
            <p:nvPr/>
          </p:nvSpPr>
          <p:spPr>
            <a:xfrm>
              <a:off x="5789880" y="1892880"/>
              <a:ext cx="2810880" cy="527760"/>
            </a:xfrm>
            <a:prstGeom prst="ellipse">
              <a:avLst/>
            </a:prstGeom>
            <a:noFill/>
            <a:ln>
              <a:solidFill>
                <a:srgbClr val="0070c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368" name="组合 28"/>
          <p:cNvGrpSpPr/>
          <p:nvPr/>
        </p:nvGrpSpPr>
        <p:grpSpPr>
          <a:xfrm>
            <a:off x="395640" y="2660040"/>
            <a:ext cx="7002000" cy="1499040"/>
            <a:chOff x="395640" y="2660040"/>
            <a:chExt cx="7002000" cy="1499040"/>
          </a:xfrm>
        </p:grpSpPr>
        <p:sp>
          <p:nvSpPr>
            <p:cNvPr id="369" name="椭圆 22"/>
            <p:cNvSpPr/>
            <p:nvPr/>
          </p:nvSpPr>
          <p:spPr>
            <a:xfrm>
              <a:off x="395640" y="3186000"/>
              <a:ext cx="1018080" cy="431640"/>
            </a:xfrm>
            <a:prstGeom prst="ellipse">
              <a:avLst/>
            </a:prstGeom>
            <a:noFill/>
            <a:ln>
              <a:solidFill>
                <a:srgbClr val="9ae73d"/>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70" name="椭圆 23"/>
            <p:cNvSpPr/>
            <p:nvPr/>
          </p:nvSpPr>
          <p:spPr>
            <a:xfrm>
              <a:off x="2484360" y="3727440"/>
              <a:ext cx="1018080" cy="431640"/>
            </a:xfrm>
            <a:prstGeom prst="ellipse">
              <a:avLst/>
            </a:prstGeom>
            <a:noFill/>
            <a:ln>
              <a:solidFill>
                <a:srgbClr val="92d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71" name="椭圆 24"/>
            <p:cNvSpPr/>
            <p:nvPr/>
          </p:nvSpPr>
          <p:spPr>
            <a:xfrm>
              <a:off x="5630040" y="2660040"/>
              <a:ext cx="1767600" cy="609840"/>
            </a:xfrm>
            <a:prstGeom prst="ellipse">
              <a:avLst/>
            </a:prstGeom>
            <a:noFill/>
            <a:ln>
              <a:solidFill>
                <a:srgbClr val="92d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cxnSp>
          <p:nvCxnSpPr>
            <p:cNvPr id="372" name="直接箭头连接符 16"/>
            <p:cNvCxnSpPr>
              <a:stCxn id="369" idx="7"/>
            </p:cNvCxnSpPr>
            <p:nvPr/>
          </p:nvCxnSpPr>
          <p:spPr>
            <a:xfrm flipV="1">
              <a:off x="1264680" y="2852640"/>
              <a:ext cx="4365360" cy="396720"/>
            </a:xfrm>
            <a:prstGeom prst="straightConnector1">
              <a:avLst/>
            </a:prstGeom>
            <a:ln>
              <a:solidFill>
                <a:srgbClr val="9ae73d"/>
              </a:solidFill>
              <a:round/>
              <a:headEnd len="med" type="triangle" w="med"/>
              <a:tailEnd len="med" type="triangle" w="med"/>
            </a:ln>
          </p:spPr>
        </p:cxnSp>
        <p:cxnSp>
          <p:nvCxnSpPr>
            <p:cNvPr id="373" name="直接箭头连接符 20"/>
            <p:cNvCxnSpPr/>
            <p:nvPr/>
          </p:nvCxnSpPr>
          <p:spPr>
            <a:xfrm flipV="1">
              <a:off x="3502800" y="3103200"/>
              <a:ext cx="2127240" cy="751320"/>
            </a:xfrm>
            <a:prstGeom prst="straightConnector1">
              <a:avLst/>
            </a:prstGeom>
            <a:ln>
              <a:solidFill>
                <a:srgbClr val="9ae73d"/>
              </a:solidFill>
              <a:round/>
              <a:headEnd len="med" type="triangle" w="med"/>
              <a:tailEnd len="med" type="triangle" w="med"/>
            </a:ln>
          </p:spPr>
        </p:cxnSp>
      </p:grpSp>
      <p:grpSp>
        <p:nvGrpSpPr>
          <p:cNvPr id="374" name="组合 29"/>
          <p:cNvGrpSpPr/>
          <p:nvPr/>
        </p:nvGrpSpPr>
        <p:grpSpPr>
          <a:xfrm>
            <a:off x="67320" y="3736800"/>
            <a:ext cx="8533080" cy="2408040"/>
            <a:chOff x="67320" y="3736800"/>
            <a:chExt cx="8533080" cy="2408040"/>
          </a:xfrm>
        </p:grpSpPr>
        <p:sp>
          <p:nvSpPr>
            <p:cNvPr id="375" name="椭圆 30"/>
            <p:cNvSpPr/>
            <p:nvPr/>
          </p:nvSpPr>
          <p:spPr>
            <a:xfrm>
              <a:off x="67320" y="3736800"/>
              <a:ext cx="1767960" cy="1420200"/>
            </a:xfrm>
            <a:prstGeom prst="ellipse">
              <a:avLst/>
            </a:prstGeom>
            <a:noFill/>
            <a:ln>
              <a:solidFill>
                <a:srgbClr val="ffff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76" name="椭圆 31"/>
            <p:cNvSpPr/>
            <p:nvPr/>
          </p:nvSpPr>
          <p:spPr>
            <a:xfrm>
              <a:off x="4645080" y="4350600"/>
              <a:ext cx="3955320" cy="1794240"/>
            </a:xfrm>
            <a:prstGeom prst="ellipse">
              <a:avLst/>
            </a:prstGeom>
            <a:noFill/>
            <a:ln>
              <a:solidFill>
                <a:srgbClr val="ffff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377" name="组合 35"/>
          <p:cNvGrpSpPr/>
          <p:nvPr/>
        </p:nvGrpSpPr>
        <p:grpSpPr>
          <a:xfrm>
            <a:off x="2093400" y="3600360"/>
            <a:ext cx="6294600" cy="1339560"/>
            <a:chOff x="2093400" y="3600360"/>
            <a:chExt cx="6294600" cy="1339560"/>
          </a:xfrm>
        </p:grpSpPr>
        <p:sp>
          <p:nvSpPr>
            <p:cNvPr id="378" name="椭圆 32"/>
            <p:cNvSpPr/>
            <p:nvPr/>
          </p:nvSpPr>
          <p:spPr>
            <a:xfrm>
              <a:off x="2093400" y="4460040"/>
              <a:ext cx="1901160" cy="479880"/>
            </a:xfrm>
            <a:prstGeom prst="ellipse">
              <a:avLst/>
            </a:prstGeom>
            <a:noFill/>
            <a:ln>
              <a:solidFill>
                <a:srgbClr val="7030a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79" name="椭圆 33"/>
            <p:cNvSpPr/>
            <p:nvPr/>
          </p:nvSpPr>
          <p:spPr>
            <a:xfrm>
              <a:off x="4580640" y="3600360"/>
              <a:ext cx="1187640" cy="479880"/>
            </a:xfrm>
            <a:prstGeom prst="ellipse">
              <a:avLst/>
            </a:prstGeom>
            <a:noFill/>
            <a:ln>
              <a:solidFill>
                <a:srgbClr val="7030a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80" name="椭圆 34"/>
            <p:cNvSpPr/>
            <p:nvPr/>
          </p:nvSpPr>
          <p:spPr>
            <a:xfrm>
              <a:off x="7030800" y="3614400"/>
              <a:ext cx="1357200" cy="479880"/>
            </a:xfrm>
            <a:prstGeom prst="ellipse">
              <a:avLst/>
            </a:prstGeom>
            <a:noFill/>
            <a:ln>
              <a:solidFill>
                <a:srgbClr val="7030a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3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82" name="TextBox 7"/>
          <p:cNvSpPr/>
          <p:nvPr/>
        </p:nvSpPr>
        <p:spPr>
          <a:xfrm>
            <a:off x="357120" y="922320"/>
            <a:ext cx="8687880" cy="507780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lang="zh-CN" sz="2400" b="0" u="none" strike="noStrike">
                <a:solidFill>
                  <a:schemeClr val="dk1"/>
                </a:solidFill>
                <a:effectLst/>
                <a:uFillTx/>
                <a:latin typeface="Bodoni MT Black"/>
                <a:ea typeface="宋体"/>
              </a:rPr>
              <a:t>统计空格个数需要的全部</a:t>
            </a:r>
            <a:r>
              <a:rPr lang="zh-CN" sz="2400" b="0" u="none" strike="noStrike">
                <a:solidFill>
                  <a:srgbClr val="0070c0"/>
                </a:solidFill>
                <a:effectLst/>
                <a:uFillTx/>
                <a:latin typeface="Bodoni MT Black"/>
                <a:ea typeface="宋体"/>
              </a:rPr>
              <a:t>操作</a:t>
            </a:r>
            <a:r>
              <a:rPr lang="zh-CN" sz="2400" b="0" u="none" strike="noStrike">
                <a:solidFill>
                  <a:schemeClr val="dk1"/>
                </a:solidFill>
                <a:effectLst/>
                <a:uFillTx/>
                <a:latin typeface="Bodoni MT Black"/>
                <a:ea typeface="宋体"/>
              </a:rPr>
              <a:t>和</a:t>
            </a:r>
            <a:r>
              <a:rPr lang="zh-CN" sz="2400" b="0" u="none" strike="noStrike">
                <a:solidFill>
                  <a:srgbClr val="0070c0"/>
                </a:solidFill>
                <a:effectLst/>
                <a:uFillTx/>
                <a:latin typeface="Bodoni MT Black"/>
                <a:ea typeface="宋体"/>
              </a:rPr>
              <a:t>条件</a:t>
            </a:r>
            <a:r>
              <a:rPr lang="zh-CN" sz="2400" b="0" u="none" strike="noStrike">
                <a:solidFill>
                  <a:schemeClr val="dk1"/>
                </a:solidFill>
                <a:effectLst/>
                <a:uFillTx/>
                <a:latin typeface="Bodoni MT Black"/>
                <a:ea typeface="宋体"/>
              </a:rPr>
              <a:t>如下：</a:t>
            </a:r>
            <a:endParaRPr lang="en-US" sz="2400" b="0" u="none" strike="noStrike">
              <a:solidFill>
                <a:srgbClr val="000000"/>
              </a:solidFill>
              <a:effectLst/>
              <a:uFillTx/>
              <a:latin typeface="Arial"/>
            </a:endParaRPr>
          </a:p>
          <a:p>
            <a:pPr marL="457200" indent="-457200">
              <a:lnSpc>
                <a:spcPct val="150000"/>
              </a:lnSpc>
              <a:buClr>
                <a:srgbClr val="000000"/>
              </a:buClr>
              <a:buFont typeface="OpenSymbol"/>
              <a:buAutoNum type="arabicParenR"/>
              <a:tabLst>
                <a:tab algn="l" pos="0"/>
              </a:tabLst>
            </a:pPr>
            <a:r>
              <a:rPr lang="zh-CN" sz="2400" b="0" u="none" strike="noStrike">
                <a:solidFill>
                  <a:schemeClr val="dk1"/>
                </a:solidFill>
                <a:effectLst/>
                <a:uFillTx/>
                <a:latin typeface="Bodoni MT Black"/>
                <a:ea typeface="宋体"/>
              </a:rPr>
              <a:t>停止</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(2) </a:t>
            </a:r>
            <a:r>
              <a:rPr lang="zh-CN" sz="2400" b="0" u="none" strike="noStrike">
                <a:solidFill>
                  <a:schemeClr val="dk1"/>
                </a:solidFill>
                <a:effectLst/>
                <a:uFillTx/>
                <a:latin typeface="Bodoni MT Black"/>
                <a:ea typeface="宋体"/>
              </a:rPr>
              <a:t>打开文件</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(3) </a:t>
            </a:r>
            <a:r>
              <a:rPr lang="zh-CN" sz="2400" b="0" u="none" strike="noStrike">
                <a:solidFill>
                  <a:schemeClr val="dk1"/>
                </a:solidFill>
                <a:effectLst/>
                <a:uFillTx/>
                <a:latin typeface="Bodoni MT Black"/>
                <a:ea typeface="宋体"/>
              </a:rPr>
              <a:t>关闭文件</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(4) </a:t>
            </a:r>
            <a:r>
              <a:rPr lang="zh-CN" sz="2400" b="0" u="none" strike="noStrike">
                <a:solidFill>
                  <a:schemeClr val="dk1"/>
                </a:solidFill>
                <a:effectLst/>
                <a:uFillTx/>
                <a:latin typeface="Bodoni MT Black"/>
                <a:ea typeface="宋体"/>
              </a:rPr>
              <a:t>印出字符串</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(5) </a:t>
            </a:r>
            <a:r>
              <a:rPr lang="zh-CN" sz="2400" b="0" u="none" strike="noStrike">
                <a:solidFill>
                  <a:schemeClr val="dk1"/>
                </a:solidFill>
                <a:effectLst/>
                <a:uFillTx/>
                <a:latin typeface="Bodoni MT Black"/>
                <a:ea typeface="宋体"/>
              </a:rPr>
              <a:t>印出空格数目</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(6) </a:t>
            </a:r>
            <a:r>
              <a:rPr lang="zh-CN" sz="2400" b="0" u="none" strike="noStrike">
                <a:solidFill>
                  <a:schemeClr val="dk1"/>
                </a:solidFill>
                <a:effectLst/>
                <a:uFillTx/>
                <a:latin typeface="Bodoni MT Black"/>
                <a:ea typeface="宋体"/>
              </a:rPr>
              <a:t>印出空格总数</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(7) sum:=sum+1</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(8) totalsum:=totalsum+sum</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(9) </a:t>
            </a:r>
            <a:r>
              <a:rPr lang="zh-CN" sz="2400" b="0" u="none" strike="noStrike">
                <a:solidFill>
                  <a:schemeClr val="dk1"/>
                </a:solidFill>
                <a:effectLst/>
                <a:uFillTx/>
                <a:latin typeface="Bodoni MT Black"/>
                <a:ea typeface="宋体"/>
              </a:rPr>
              <a:t>读入字符串</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(10) sum:=0</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(11) totalsum:=0</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(12) pointer:=1</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(13) pointer:=pointer+1</a:t>
            </a:r>
            <a:r>
              <a:rPr lang="en-US" sz="2400" b="0" u="none" strike="noStrike">
                <a:solidFill>
                  <a:schemeClr val="dk1"/>
                </a:solidFill>
                <a:effectLst/>
                <a:uFillTx/>
                <a:latin typeface="Bodoni MT Black"/>
                <a:ea typeface="宋体"/>
              </a:rPr>
              <a:t>	</a:t>
            </a:r>
            <a:r>
              <a:rPr lang="en-US" sz="2400" b="0" u="none" strike="noStrike">
                <a:solidFill>
                  <a:srgbClr val="ff0000"/>
                </a:solidFill>
                <a:effectLst/>
                <a:uFillTx/>
                <a:latin typeface="Bodoni MT Black"/>
                <a:ea typeface="宋体"/>
              </a:rPr>
              <a:t>I(1) </a:t>
            </a:r>
            <a:r>
              <a:rPr lang="zh-CN" sz="2400" b="0" u="none" strike="noStrike">
                <a:solidFill>
                  <a:srgbClr val="ff0000"/>
                </a:solidFill>
                <a:effectLst/>
                <a:uFillTx/>
                <a:latin typeface="Bodoni MT Black"/>
                <a:ea typeface="宋体"/>
              </a:rPr>
              <a:t>文件结束</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rgbClr val="ff0000"/>
                </a:solidFill>
                <a:effectLst/>
                <a:uFillTx/>
                <a:latin typeface="Bodoni MT Black"/>
                <a:ea typeface="宋体"/>
              </a:rPr>
              <a:t>I(2) </a:t>
            </a:r>
            <a:r>
              <a:rPr lang="zh-CN" sz="2400" b="0" u="none" strike="noStrike">
                <a:solidFill>
                  <a:srgbClr val="ff0000"/>
                </a:solidFill>
                <a:effectLst/>
                <a:uFillTx/>
                <a:latin typeface="Bodoni MT Black"/>
                <a:ea typeface="宋体"/>
              </a:rPr>
              <a:t>字符串结束</a:t>
            </a: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	</a:t>
            </a:r>
            <a:r>
              <a:rPr lang="en-US" sz="2400" b="0" u="none" strike="noStrike">
                <a:solidFill>
                  <a:srgbClr val="ff0000"/>
                </a:solidFill>
                <a:effectLst/>
                <a:uFillTx/>
                <a:latin typeface="Bodoni MT Black"/>
                <a:ea typeface="宋体"/>
              </a:rPr>
              <a:t>S(3) </a:t>
            </a:r>
            <a:r>
              <a:rPr lang="zh-CN" sz="2400" b="0" u="none" strike="noStrike">
                <a:solidFill>
                  <a:srgbClr val="ff0000"/>
                </a:solidFill>
                <a:effectLst/>
                <a:uFillTx/>
                <a:latin typeface="Bodoni MT Black"/>
                <a:ea typeface="宋体"/>
              </a:rPr>
              <a:t>字符是空格</a:t>
            </a:r>
            <a:endParaRPr lang="en-US" sz="2400" b="0" u="none" strike="noStrike">
              <a:solidFill>
                <a:srgbClr val="000000"/>
              </a:solidFill>
              <a:effectLst/>
              <a:uFillTx/>
              <a:latin typeface="Arial"/>
            </a:endParaRPr>
          </a:p>
        </p:txBody>
      </p:sp>
      <p:sp>
        <p:nvSpPr>
          <p:cNvPr id="38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84"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a:t>
            </a:r>
            <a:r>
              <a:rPr lang="zh-CN" sz="4400" b="1" u="none" strike="noStrike">
                <a:solidFill>
                  <a:schemeClr val="dk1"/>
                </a:solidFill>
                <a:effectLst/>
                <a:uFillTx/>
                <a:latin typeface="Bodoni MT Black"/>
              </a:rPr>
              <a:t>向</a:t>
            </a:r>
            <a:r>
              <a:rPr lang="zh-CN" sz="4400" b="1" u="none" strike="noStrike">
                <a:solidFill>
                  <a:schemeClr val="dk1"/>
                </a:solidFill>
                <a:effectLst/>
                <a:uFillTx/>
                <a:latin typeface="Bodoni MT Black"/>
              </a:rPr>
              <a:t>数</a:t>
            </a:r>
            <a:r>
              <a:rPr lang="zh-CN" sz="4400" b="1" u="none" strike="noStrike">
                <a:solidFill>
                  <a:schemeClr val="dk1"/>
                </a:solidFill>
                <a:effectLst/>
                <a:uFillTx/>
                <a:latin typeface="Bodoni MT Black"/>
              </a:rPr>
              <a:t>据</a:t>
            </a:r>
            <a:r>
              <a:rPr lang="zh-CN" sz="4400" b="1" u="none" strike="noStrike">
                <a:solidFill>
                  <a:schemeClr val="dk1"/>
                </a:solidFill>
                <a:effectLst/>
                <a:uFillTx/>
                <a:latin typeface="Bodoni MT Black"/>
              </a:rPr>
              <a:t>结</a:t>
            </a:r>
            <a:r>
              <a:rPr lang="zh-CN" sz="4400" b="1" u="none" strike="noStrike">
                <a:solidFill>
                  <a:schemeClr val="dk1"/>
                </a:solidFill>
                <a:effectLst/>
                <a:uFillTx/>
                <a:latin typeface="Bodoni MT Black"/>
              </a:rPr>
              <a:t>构</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设</a:t>
            </a:r>
            <a:r>
              <a:rPr lang="zh-CN" sz="4400" b="1" u="none" strike="noStrike">
                <a:solidFill>
                  <a:schemeClr val="dk1"/>
                </a:solidFill>
                <a:effectLst/>
                <a:uFillTx/>
                <a:latin typeface="Bodoni MT Black"/>
              </a:rPr>
              <a:t>计</a:t>
            </a:r>
            <a:r>
              <a:rPr lang="zh-CN" sz="4400" b="1" u="none" strike="noStrike">
                <a:solidFill>
                  <a:schemeClr val="dk1"/>
                </a:solidFill>
                <a:effectLst/>
                <a:uFillTx/>
                <a:latin typeface="Bodoni MT Black"/>
              </a:rPr>
              <a:t>方</a:t>
            </a:r>
            <a:r>
              <a:rPr lang="zh-CN" sz="4400" b="1" u="none" strike="noStrike">
                <a:solidFill>
                  <a:schemeClr val="dk1"/>
                </a:solidFill>
                <a:effectLst/>
                <a:uFillTx/>
                <a:latin typeface="Bodoni MT Black"/>
              </a:rPr>
              <a:t>法</a:t>
            </a:r>
            <a:endParaRPr lang="es-ES" sz="4400" b="0" u="none" strike="noStrike">
              <a:solidFill>
                <a:schemeClr val="dk1"/>
              </a:solidFill>
              <a:effectLst/>
              <a:uFillTx/>
              <a:latin typeface="Arial"/>
            </a:endParaRPr>
          </a:p>
        </p:txBody>
      </p:sp>
      <p:sp>
        <p:nvSpPr>
          <p:cNvPr id="386" name="TextBox 7"/>
          <p:cNvSpPr/>
          <p:nvPr/>
        </p:nvSpPr>
        <p:spPr>
          <a:xfrm>
            <a:off x="457200" y="1873080"/>
            <a:ext cx="2739600" cy="18972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经过简单分析不难把这些操作和条件分配到程序结构图的适当位置：</a:t>
            </a:r>
            <a:endParaRPr lang="en-US" sz="2400" b="0" u="none" strike="noStrike">
              <a:solidFill>
                <a:srgbClr val="000000"/>
              </a:solidFill>
              <a:effectLst/>
              <a:uFillTx/>
              <a:latin typeface="Arial"/>
            </a:endParaRPr>
          </a:p>
        </p:txBody>
      </p:sp>
      <p:pic>
        <p:nvPicPr>
          <p:cNvPr id="387" name="图片 1"/>
          <p:cNvPicPr/>
          <p:nvPr/>
        </p:nvPicPr>
        <p:blipFill>
          <a:blip r:embed="rId1"/>
          <a:stretch/>
        </p:blipFill>
        <p:spPr>
          <a:xfrm>
            <a:off x="3555360" y="980640"/>
            <a:ext cx="4549320" cy="4989240"/>
          </a:xfrm>
          <a:prstGeom prst="rect">
            <a:avLst/>
          </a:prstGeom>
          <a:noFill/>
          <a:ln w="9525">
            <a:noFill/>
          </a:ln>
        </p:spPr>
      </p:pic>
      <p:sp>
        <p:nvSpPr>
          <p:cNvPr id="38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389"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390" name="文本框 1"/>
          <p:cNvSpPr/>
          <p:nvPr/>
        </p:nvSpPr>
        <p:spPr>
          <a:xfrm>
            <a:off x="4000320" y="1925640"/>
            <a:ext cx="5432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1" u="none" strike="noStrike">
                <a:solidFill>
                  <a:srgbClr val="0070c0"/>
                </a:solidFill>
                <a:effectLst/>
                <a:uFillTx/>
                <a:latin typeface="Arial"/>
                <a:ea typeface="宋体"/>
              </a:rPr>
              <a:t>打开</a:t>
            </a:r>
            <a:endParaRPr lang="en-US" sz="1400" b="0" u="none" strike="noStrike">
              <a:solidFill>
                <a:srgbClr val="000000"/>
              </a:solidFill>
              <a:effectLst/>
              <a:uFillTx/>
              <a:latin typeface="Arial"/>
            </a:endParaRPr>
          </a:p>
          <a:p>
            <a:pPr>
              <a:lnSpc>
                <a:spcPct val="100000"/>
              </a:lnSpc>
            </a:pPr>
            <a:r>
              <a:rPr lang="zh-CN" sz="1400" b="1" u="none" strike="noStrike">
                <a:solidFill>
                  <a:srgbClr val="0070c0"/>
                </a:solidFill>
                <a:effectLst/>
                <a:uFillTx/>
                <a:latin typeface="Arial"/>
                <a:ea typeface="宋体"/>
              </a:rPr>
              <a:t>文件</a:t>
            </a:r>
            <a:endParaRPr lang="en-US" sz="1400" b="0" u="none" strike="noStrike">
              <a:solidFill>
                <a:srgbClr val="000000"/>
              </a:solidFill>
              <a:effectLst/>
              <a:uFillTx/>
              <a:latin typeface="Arial"/>
            </a:endParaRPr>
          </a:p>
        </p:txBody>
      </p:sp>
      <p:sp>
        <p:nvSpPr>
          <p:cNvPr id="391" name="文本框 7"/>
          <p:cNvSpPr/>
          <p:nvPr/>
        </p:nvSpPr>
        <p:spPr>
          <a:xfrm>
            <a:off x="4467960" y="1935720"/>
            <a:ext cx="5432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1" u="none" strike="noStrike">
                <a:solidFill>
                  <a:srgbClr val="0070c0"/>
                </a:solidFill>
                <a:effectLst/>
                <a:uFillTx/>
                <a:latin typeface="Arial"/>
                <a:ea typeface="宋体"/>
              </a:rPr>
              <a:t>读字</a:t>
            </a:r>
            <a:endParaRPr lang="en-US" sz="1400" b="0" u="none" strike="noStrike">
              <a:solidFill>
                <a:srgbClr val="000000"/>
              </a:solidFill>
              <a:effectLst/>
              <a:uFillTx/>
              <a:latin typeface="Arial"/>
            </a:endParaRPr>
          </a:p>
          <a:p>
            <a:pPr>
              <a:lnSpc>
                <a:spcPct val="100000"/>
              </a:lnSpc>
            </a:pPr>
            <a:r>
              <a:rPr lang="zh-CN" sz="1400" b="1" u="none" strike="noStrike">
                <a:solidFill>
                  <a:srgbClr val="0070c0"/>
                </a:solidFill>
                <a:effectLst/>
                <a:uFillTx/>
                <a:latin typeface="Arial"/>
                <a:ea typeface="宋体"/>
              </a:rPr>
              <a:t>符串</a:t>
            </a:r>
            <a:endParaRPr lang="en-US" sz="1400" b="0" u="none" strike="noStrike">
              <a:solidFill>
                <a:srgbClr val="000000"/>
              </a:solidFill>
              <a:effectLst/>
              <a:uFillTx/>
              <a:latin typeface="Arial"/>
            </a:endParaRPr>
          </a:p>
        </p:txBody>
      </p:sp>
      <p:sp>
        <p:nvSpPr>
          <p:cNvPr id="392" name="矩形 2"/>
          <p:cNvSpPr/>
          <p:nvPr/>
        </p:nvSpPr>
        <p:spPr>
          <a:xfrm>
            <a:off x="4980240" y="1939320"/>
            <a:ext cx="8956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400" b="1" u="none" strike="noStrike">
                <a:solidFill>
                  <a:srgbClr val="0070c0"/>
                </a:solidFill>
                <a:effectLst/>
                <a:uFillTx/>
                <a:latin typeface="Bodoni MT Black"/>
                <a:ea typeface="宋体"/>
              </a:rPr>
              <a:t>Totalsum</a:t>
            </a:r>
            <a:endParaRPr lang="en-US" sz="1400" b="0" u="none" strike="noStrike">
              <a:solidFill>
                <a:srgbClr val="000000"/>
              </a:solidFill>
              <a:effectLst/>
              <a:uFillTx/>
              <a:latin typeface="Arial"/>
            </a:endParaRPr>
          </a:p>
          <a:p>
            <a:pPr>
              <a:lnSpc>
                <a:spcPct val="100000"/>
              </a:lnSpc>
            </a:pPr>
            <a:r>
              <a:rPr lang="en-US" sz="1400" b="1" u="none" strike="noStrike">
                <a:solidFill>
                  <a:srgbClr val="0070c0"/>
                </a:solidFill>
                <a:effectLst/>
                <a:uFillTx/>
                <a:latin typeface="Bodoni MT Black"/>
                <a:ea typeface="宋体"/>
              </a:rPr>
              <a:t>:=0</a:t>
            </a:r>
            <a:endParaRPr lang="en-US" sz="1400" b="0" u="none" strike="noStrike">
              <a:solidFill>
                <a:srgbClr val="000000"/>
              </a:solidFill>
              <a:effectLst/>
              <a:uFillTx/>
              <a:latin typeface="Arial"/>
            </a:endParaRPr>
          </a:p>
        </p:txBody>
      </p:sp>
      <p:sp>
        <p:nvSpPr>
          <p:cNvPr id="393" name="矩形 3"/>
          <p:cNvSpPr/>
          <p:nvPr/>
        </p:nvSpPr>
        <p:spPr>
          <a:xfrm>
            <a:off x="6436080" y="2449080"/>
            <a:ext cx="7228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tabLst>
                <a:tab algn="l" pos="0"/>
              </a:tabLst>
            </a:pPr>
            <a:r>
              <a:rPr lang="zh-CN" sz="1400" b="1" u="none" strike="noStrike">
                <a:solidFill>
                  <a:srgbClr val="0070c0"/>
                </a:solidFill>
                <a:effectLst/>
                <a:uFillTx/>
                <a:latin typeface="Bodoni MT Black"/>
                <a:ea typeface="宋体"/>
              </a:rPr>
              <a:t>印出空</a:t>
            </a:r>
            <a:endParaRPr lang="en-US" sz="1400" b="0" u="none" strike="noStrike">
              <a:solidFill>
                <a:srgbClr val="000000"/>
              </a:solidFill>
              <a:effectLst/>
              <a:uFillTx/>
              <a:latin typeface="Arial"/>
            </a:endParaRPr>
          </a:p>
          <a:p>
            <a:pPr>
              <a:lnSpc>
                <a:spcPct val="100000"/>
              </a:lnSpc>
              <a:tabLst>
                <a:tab algn="l" pos="0"/>
              </a:tabLst>
            </a:pPr>
            <a:r>
              <a:rPr lang="zh-CN" sz="1400" b="1" u="none" strike="noStrike">
                <a:solidFill>
                  <a:srgbClr val="0070c0"/>
                </a:solidFill>
                <a:effectLst/>
                <a:uFillTx/>
                <a:latin typeface="Bodoni MT Black"/>
                <a:ea typeface="宋体"/>
              </a:rPr>
              <a:t>格总数</a:t>
            </a:r>
            <a:endParaRPr lang="en-US" sz="1400" b="0" u="none" strike="noStrike">
              <a:solidFill>
                <a:srgbClr val="000000"/>
              </a:solidFill>
              <a:effectLst/>
              <a:uFillTx/>
              <a:latin typeface="Arial"/>
            </a:endParaRPr>
          </a:p>
        </p:txBody>
      </p:sp>
      <p:sp>
        <p:nvSpPr>
          <p:cNvPr id="394" name="矩形 4"/>
          <p:cNvSpPr/>
          <p:nvPr/>
        </p:nvSpPr>
        <p:spPr>
          <a:xfrm>
            <a:off x="7061760" y="1950480"/>
            <a:ext cx="5432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1" u="none" strike="noStrike">
                <a:solidFill>
                  <a:srgbClr val="0070c0"/>
                </a:solidFill>
                <a:effectLst/>
                <a:uFillTx/>
                <a:latin typeface="Bodoni MT Black"/>
                <a:ea typeface="宋体"/>
              </a:rPr>
              <a:t>关闭</a:t>
            </a:r>
            <a:endParaRPr lang="en-US" sz="1400" b="0" u="none" strike="noStrike">
              <a:solidFill>
                <a:srgbClr val="000000"/>
              </a:solidFill>
              <a:effectLst/>
              <a:uFillTx/>
              <a:latin typeface="Arial"/>
            </a:endParaRPr>
          </a:p>
          <a:p>
            <a:pPr>
              <a:lnSpc>
                <a:spcPct val="100000"/>
              </a:lnSpc>
            </a:pPr>
            <a:r>
              <a:rPr lang="zh-CN" sz="1400" b="1" u="none" strike="noStrike">
                <a:solidFill>
                  <a:srgbClr val="0070c0"/>
                </a:solidFill>
                <a:effectLst/>
                <a:uFillTx/>
                <a:latin typeface="Bodoni MT Black"/>
                <a:ea typeface="宋体"/>
              </a:rPr>
              <a:t>文件</a:t>
            </a:r>
            <a:endParaRPr lang="en-US" sz="1400" b="0" u="none" strike="noStrike">
              <a:solidFill>
                <a:srgbClr val="000000"/>
              </a:solidFill>
              <a:effectLst/>
              <a:uFillTx/>
              <a:latin typeface="Arial"/>
            </a:endParaRPr>
          </a:p>
        </p:txBody>
      </p:sp>
      <p:sp>
        <p:nvSpPr>
          <p:cNvPr id="395" name="矩形 5"/>
          <p:cNvSpPr/>
          <p:nvPr/>
        </p:nvSpPr>
        <p:spPr>
          <a:xfrm>
            <a:off x="7525440" y="1969200"/>
            <a:ext cx="543240" cy="30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1" u="none" strike="noStrike">
                <a:solidFill>
                  <a:srgbClr val="0070c0"/>
                </a:solidFill>
                <a:effectLst/>
                <a:uFillTx/>
                <a:latin typeface="Bodoni MT Black"/>
                <a:ea typeface="宋体"/>
              </a:rPr>
              <a:t>停止</a:t>
            </a:r>
            <a:endParaRPr lang="en-US" sz="1400" b="0" u="none" strike="noStrike">
              <a:solidFill>
                <a:srgbClr val="000000"/>
              </a:solidFill>
              <a:effectLst/>
              <a:uFillTx/>
              <a:latin typeface="Arial"/>
            </a:endParaRPr>
          </a:p>
        </p:txBody>
      </p:sp>
      <p:sp>
        <p:nvSpPr>
          <p:cNvPr id="396" name="矩形 6"/>
          <p:cNvSpPr/>
          <p:nvPr/>
        </p:nvSpPr>
        <p:spPr>
          <a:xfrm>
            <a:off x="5517360" y="2140200"/>
            <a:ext cx="902520" cy="41508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tabLst>
                <a:tab algn="l" pos="0"/>
              </a:tabLst>
            </a:pPr>
            <a:r>
              <a:rPr lang="zh-CN" sz="1400" b="1" u="none" strike="noStrike">
                <a:solidFill>
                  <a:srgbClr val="ff0000"/>
                </a:solidFill>
                <a:effectLst/>
                <a:uFillTx/>
                <a:latin typeface="Bodoni MT Black"/>
                <a:ea typeface="宋体"/>
              </a:rPr>
              <a:t>文件结束</a:t>
            </a:r>
            <a:endParaRPr lang="en-US" sz="1400" b="0" u="none" strike="noStrike">
              <a:solidFill>
                <a:srgbClr val="000000"/>
              </a:solidFill>
              <a:effectLst/>
              <a:uFillTx/>
              <a:latin typeface="Arial"/>
            </a:endParaRPr>
          </a:p>
        </p:txBody>
      </p:sp>
      <p:sp>
        <p:nvSpPr>
          <p:cNvPr id="397" name="矩形 8"/>
          <p:cNvSpPr/>
          <p:nvPr/>
        </p:nvSpPr>
        <p:spPr>
          <a:xfrm>
            <a:off x="3638520" y="3948120"/>
            <a:ext cx="7228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tabLst>
                <a:tab algn="l" pos="0"/>
              </a:tabLst>
            </a:pPr>
            <a:r>
              <a:rPr lang="zh-CN" sz="1400" b="1" u="none" strike="noStrike">
                <a:solidFill>
                  <a:srgbClr val="0070c0"/>
                </a:solidFill>
                <a:effectLst/>
                <a:uFillTx/>
                <a:latin typeface="Bodoni MT Black"/>
                <a:ea typeface="宋体"/>
              </a:rPr>
              <a:t>印出字</a:t>
            </a:r>
            <a:endParaRPr lang="en-US" sz="1400" b="0" u="none" strike="noStrike">
              <a:solidFill>
                <a:srgbClr val="000000"/>
              </a:solidFill>
              <a:effectLst/>
              <a:uFillTx/>
              <a:latin typeface="Arial"/>
            </a:endParaRPr>
          </a:p>
          <a:p>
            <a:pPr>
              <a:lnSpc>
                <a:spcPct val="100000"/>
              </a:lnSpc>
              <a:tabLst>
                <a:tab algn="l" pos="0"/>
              </a:tabLst>
            </a:pPr>
            <a:r>
              <a:rPr lang="zh-CN" sz="1400" b="1" u="none" strike="noStrike">
                <a:solidFill>
                  <a:srgbClr val="0070c0"/>
                </a:solidFill>
                <a:effectLst/>
                <a:uFillTx/>
                <a:latin typeface="Bodoni MT Black"/>
                <a:ea typeface="宋体"/>
              </a:rPr>
              <a:t>符串</a:t>
            </a:r>
            <a:endParaRPr lang="en-US" sz="1400" b="0" u="none" strike="noStrike">
              <a:solidFill>
                <a:srgbClr val="000000"/>
              </a:solidFill>
              <a:effectLst/>
              <a:uFillTx/>
              <a:latin typeface="Arial"/>
            </a:endParaRPr>
          </a:p>
        </p:txBody>
      </p:sp>
      <p:sp>
        <p:nvSpPr>
          <p:cNvPr id="398" name="矩形 9"/>
          <p:cNvSpPr/>
          <p:nvPr/>
        </p:nvSpPr>
        <p:spPr>
          <a:xfrm>
            <a:off x="4244040" y="3304440"/>
            <a:ext cx="754920" cy="41508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tabLst>
                <a:tab algn="l" pos="0"/>
              </a:tabLst>
            </a:pPr>
            <a:r>
              <a:rPr lang="en-US" sz="1400" b="1" u="none" strike="noStrike">
                <a:solidFill>
                  <a:srgbClr val="0070c0"/>
                </a:solidFill>
                <a:effectLst/>
                <a:uFillTx/>
                <a:latin typeface="Bodoni MT Black"/>
                <a:ea typeface="宋体"/>
              </a:rPr>
              <a:t>sum:=0</a:t>
            </a:r>
            <a:endParaRPr lang="en-US" sz="1400" b="0" u="none" strike="noStrike">
              <a:solidFill>
                <a:srgbClr val="000000"/>
              </a:solidFill>
              <a:effectLst/>
              <a:uFillTx/>
              <a:latin typeface="Arial"/>
            </a:endParaRPr>
          </a:p>
        </p:txBody>
      </p:sp>
      <p:sp>
        <p:nvSpPr>
          <p:cNvPr id="399" name="矩形 10"/>
          <p:cNvSpPr/>
          <p:nvPr/>
        </p:nvSpPr>
        <p:spPr>
          <a:xfrm>
            <a:off x="4793040" y="3440880"/>
            <a:ext cx="993960" cy="41508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tabLst>
                <a:tab algn="l" pos="0"/>
              </a:tabLst>
            </a:pPr>
            <a:r>
              <a:rPr lang="en-US" sz="1400" b="1" u="none" strike="noStrike">
                <a:solidFill>
                  <a:srgbClr val="0070c0"/>
                </a:solidFill>
                <a:effectLst/>
                <a:uFillTx/>
                <a:latin typeface="Bodoni MT Black"/>
                <a:ea typeface="宋体"/>
              </a:rPr>
              <a:t>pointer:=1</a:t>
            </a:r>
            <a:endParaRPr lang="en-US" sz="1400" b="0" u="none" strike="noStrike">
              <a:solidFill>
                <a:srgbClr val="000000"/>
              </a:solidFill>
              <a:effectLst/>
              <a:uFillTx/>
              <a:latin typeface="Arial"/>
            </a:endParaRPr>
          </a:p>
        </p:txBody>
      </p:sp>
      <p:sp>
        <p:nvSpPr>
          <p:cNvPr id="400" name="矩形 11"/>
          <p:cNvSpPr/>
          <p:nvPr/>
        </p:nvSpPr>
        <p:spPr>
          <a:xfrm>
            <a:off x="5435280" y="3690360"/>
            <a:ext cx="1082160" cy="30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1" u="none" strike="noStrike">
                <a:solidFill>
                  <a:srgbClr val="ff0000"/>
                </a:solidFill>
                <a:effectLst/>
                <a:uFillTx/>
                <a:latin typeface="Bodoni MT Black"/>
                <a:ea typeface="宋体"/>
              </a:rPr>
              <a:t>字符串结束</a:t>
            </a:r>
            <a:endParaRPr lang="en-US" sz="1400" b="0" u="none" strike="noStrike">
              <a:solidFill>
                <a:srgbClr val="000000"/>
              </a:solidFill>
              <a:effectLst/>
              <a:uFillTx/>
              <a:latin typeface="Arial"/>
            </a:endParaRPr>
          </a:p>
        </p:txBody>
      </p:sp>
      <p:sp>
        <p:nvSpPr>
          <p:cNvPr id="401" name="矩形 12"/>
          <p:cNvSpPr/>
          <p:nvPr/>
        </p:nvSpPr>
        <p:spPr>
          <a:xfrm>
            <a:off x="6513120" y="3925800"/>
            <a:ext cx="7228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1" u="none" strike="noStrike">
                <a:solidFill>
                  <a:srgbClr val="0070c0"/>
                </a:solidFill>
                <a:effectLst/>
                <a:uFillTx/>
                <a:latin typeface="Bodoni MT Black"/>
                <a:ea typeface="宋体"/>
              </a:rPr>
              <a:t>印出空</a:t>
            </a:r>
            <a:endParaRPr lang="en-US" sz="1400" b="0" u="none" strike="noStrike">
              <a:solidFill>
                <a:srgbClr val="000000"/>
              </a:solidFill>
              <a:effectLst/>
              <a:uFillTx/>
              <a:latin typeface="Arial"/>
            </a:endParaRPr>
          </a:p>
          <a:p>
            <a:pPr>
              <a:lnSpc>
                <a:spcPct val="100000"/>
              </a:lnSpc>
            </a:pPr>
            <a:r>
              <a:rPr lang="zh-CN" sz="1400" b="1" u="none" strike="noStrike">
                <a:solidFill>
                  <a:srgbClr val="0070c0"/>
                </a:solidFill>
                <a:effectLst/>
                <a:uFillTx/>
                <a:latin typeface="Bodoni MT Black"/>
                <a:ea typeface="宋体"/>
              </a:rPr>
              <a:t>格数目</a:t>
            </a:r>
            <a:endParaRPr lang="en-US" sz="1400" b="0" u="none" strike="noStrike">
              <a:solidFill>
                <a:srgbClr val="000000"/>
              </a:solidFill>
              <a:effectLst/>
              <a:uFillTx/>
              <a:latin typeface="Arial"/>
            </a:endParaRPr>
          </a:p>
        </p:txBody>
      </p:sp>
      <p:sp>
        <p:nvSpPr>
          <p:cNvPr id="402" name="矩形 13"/>
          <p:cNvSpPr/>
          <p:nvPr/>
        </p:nvSpPr>
        <p:spPr>
          <a:xfrm>
            <a:off x="6874560" y="3341880"/>
            <a:ext cx="2101320" cy="37656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tabLst>
                <a:tab algn="l" pos="0"/>
              </a:tabLst>
            </a:pPr>
            <a:r>
              <a:rPr lang="en-US" sz="1400" b="1" u="none" strike="noStrike">
                <a:solidFill>
                  <a:srgbClr val="0070c0"/>
                </a:solidFill>
                <a:effectLst/>
                <a:uFillTx/>
                <a:latin typeface="Bodoni MT Black"/>
                <a:ea typeface="宋体"/>
              </a:rPr>
              <a:t>totalsum:=totalsum+sum</a:t>
            </a:r>
            <a:endParaRPr lang="en-US" sz="1400" b="0" u="none" strike="noStrike">
              <a:solidFill>
                <a:srgbClr val="000000"/>
              </a:solidFill>
              <a:effectLst/>
              <a:uFillTx/>
              <a:latin typeface="Arial"/>
            </a:endParaRPr>
          </a:p>
        </p:txBody>
      </p:sp>
      <p:sp>
        <p:nvSpPr>
          <p:cNvPr id="403" name="文本框 19"/>
          <p:cNvSpPr/>
          <p:nvPr/>
        </p:nvSpPr>
        <p:spPr>
          <a:xfrm>
            <a:off x="7997040" y="2866320"/>
            <a:ext cx="5432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1" u="none" strike="noStrike">
                <a:solidFill>
                  <a:srgbClr val="0070c0"/>
                </a:solidFill>
                <a:effectLst/>
                <a:uFillTx/>
                <a:latin typeface="Arial"/>
                <a:ea typeface="宋体"/>
              </a:rPr>
              <a:t>读字</a:t>
            </a:r>
            <a:endParaRPr lang="en-US" sz="1400" b="0" u="none" strike="noStrike">
              <a:solidFill>
                <a:srgbClr val="000000"/>
              </a:solidFill>
              <a:effectLst/>
              <a:uFillTx/>
              <a:latin typeface="Arial"/>
            </a:endParaRPr>
          </a:p>
          <a:p>
            <a:pPr>
              <a:lnSpc>
                <a:spcPct val="100000"/>
              </a:lnSpc>
            </a:pPr>
            <a:r>
              <a:rPr lang="zh-CN" sz="1400" b="1" u="none" strike="noStrike">
                <a:solidFill>
                  <a:srgbClr val="0070c0"/>
                </a:solidFill>
                <a:effectLst/>
                <a:uFillTx/>
                <a:latin typeface="Arial"/>
                <a:ea typeface="宋体"/>
              </a:rPr>
              <a:t>符串</a:t>
            </a:r>
            <a:endParaRPr lang="en-US" sz="1400" b="0" u="none" strike="noStrike">
              <a:solidFill>
                <a:srgbClr val="000000"/>
              </a:solidFill>
              <a:effectLst/>
              <a:uFillTx/>
              <a:latin typeface="Arial"/>
            </a:endParaRPr>
          </a:p>
        </p:txBody>
      </p:sp>
      <p:sp>
        <p:nvSpPr>
          <p:cNvPr id="404" name="矩形 14"/>
          <p:cNvSpPr/>
          <p:nvPr/>
        </p:nvSpPr>
        <p:spPr>
          <a:xfrm>
            <a:off x="5414400" y="4378320"/>
            <a:ext cx="1082160" cy="41508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tabLst>
                <a:tab algn="l" pos="0"/>
              </a:tabLst>
            </a:pPr>
            <a:r>
              <a:rPr lang="zh-CN" sz="1400" b="1" u="none" strike="noStrike">
                <a:solidFill>
                  <a:srgbClr val="ff0000"/>
                </a:solidFill>
                <a:effectLst/>
                <a:uFillTx/>
                <a:latin typeface="Bodoni MT Black"/>
                <a:ea typeface="宋体"/>
              </a:rPr>
              <a:t>字符是空格</a:t>
            </a:r>
            <a:endParaRPr lang="en-US" sz="1400" b="0" u="none" strike="noStrike">
              <a:solidFill>
                <a:srgbClr val="000000"/>
              </a:solidFill>
              <a:effectLst/>
              <a:uFillTx/>
              <a:latin typeface="Arial"/>
            </a:endParaRPr>
          </a:p>
        </p:txBody>
      </p:sp>
      <p:sp>
        <p:nvSpPr>
          <p:cNvPr id="405" name="矩形 15"/>
          <p:cNvSpPr/>
          <p:nvPr/>
        </p:nvSpPr>
        <p:spPr>
          <a:xfrm>
            <a:off x="3683520" y="5621040"/>
            <a:ext cx="1176480" cy="30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400" b="1" u="none" strike="noStrike">
                <a:solidFill>
                  <a:srgbClr val="0070c0"/>
                </a:solidFill>
                <a:effectLst/>
                <a:uFillTx/>
                <a:latin typeface="Bodoni MT Black"/>
                <a:ea typeface="宋体"/>
              </a:rPr>
              <a:t>sum:=sum+1</a:t>
            </a:r>
            <a:endParaRPr lang="en-US" sz="1400" b="0" u="none" strike="noStrike">
              <a:solidFill>
                <a:srgbClr val="000000"/>
              </a:solidFill>
              <a:effectLst/>
              <a:uFillTx/>
              <a:latin typeface="Arial"/>
            </a:endParaRPr>
          </a:p>
        </p:txBody>
      </p:sp>
      <p:sp>
        <p:nvSpPr>
          <p:cNvPr id="406" name="矩形 16"/>
          <p:cNvSpPr/>
          <p:nvPr/>
        </p:nvSpPr>
        <p:spPr>
          <a:xfrm>
            <a:off x="5338800" y="5373360"/>
            <a:ext cx="1654200" cy="30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400" b="1" u="none" strike="noStrike">
                <a:solidFill>
                  <a:srgbClr val="0070c0"/>
                </a:solidFill>
                <a:effectLst/>
                <a:uFillTx/>
                <a:latin typeface="Bodoni MT Black"/>
                <a:ea typeface="宋体"/>
              </a:rPr>
              <a:t>pointer:=pointer+1</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6.5 </a:t>
            </a:r>
            <a:r>
              <a:rPr lang="zh-CN" sz="4400" b="1" u="none" strike="noStrike">
                <a:solidFill>
                  <a:schemeClr val="dk1"/>
                </a:solidFill>
                <a:effectLst/>
                <a:uFillTx/>
                <a:latin typeface="Bodoni MT Black"/>
              </a:rPr>
              <a:t>面向数据结构的设计方法</a:t>
            </a:r>
            <a:endParaRPr lang="es-ES" sz="4400" b="0" u="none" strike="noStrike">
              <a:solidFill>
                <a:schemeClr val="dk1"/>
              </a:solidFill>
              <a:effectLst/>
              <a:uFillTx/>
              <a:latin typeface="Arial"/>
            </a:endParaRPr>
          </a:p>
        </p:txBody>
      </p:sp>
      <p:sp>
        <p:nvSpPr>
          <p:cNvPr id="408" name="TextBox 7"/>
          <p:cNvSpPr/>
          <p:nvPr/>
        </p:nvSpPr>
        <p:spPr>
          <a:xfrm>
            <a:off x="287280" y="917640"/>
            <a:ext cx="4284360" cy="507816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lang="zh-CN" sz="1800" b="0" u="none" strike="noStrike">
                <a:solidFill>
                  <a:schemeClr val="dk1"/>
                </a:solidFill>
                <a:effectLst/>
                <a:uFillTx/>
                <a:latin typeface="Bodoni MT Black"/>
              </a:rPr>
              <a:t>统计空格</a:t>
            </a:r>
            <a:r>
              <a:rPr lang="en-US" sz="1800" b="0" u="none" strike="noStrike">
                <a:solidFill>
                  <a:srgbClr val="ff0000"/>
                </a:solidFill>
                <a:effectLst/>
                <a:uFillTx/>
                <a:latin typeface="Bodoni MT Black"/>
              </a:rPr>
              <a:t>seq</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rPr>
              <a:t>打开文件</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rPr>
              <a:t>读入字符串</a:t>
            </a:r>
            <a:r>
              <a:rPr lang="en-US" sz="1800" b="0" u="none" strike="noStrike">
                <a:solidFill>
                  <a:schemeClr val="dk1"/>
                </a:solidFill>
                <a:effectLst/>
                <a:uFillTx/>
                <a:latin typeface="Bodoni MT Black"/>
              </a:rPr>
              <a:t>totalsum:=0</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rPr>
              <a:t>程序体</a:t>
            </a:r>
            <a:r>
              <a:rPr lang="en-US" sz="1800" b="0" u="none" strike="noStrike">
                <a:solidFill>
                  <a:srgbClr val="00b0f0"/>
                </a:solidFill>
                <a:effectLst/>
                <a:uFillTx/>
                <a:latin typeface="Bodoni MT Black"/>
              </a:rPr>
              <a:t>iter until</a:t>
            </a:r>
            <a:r>
              <a:rPr lang="zh-CN" sz="1800" b="0" u="none" strike="noStrike">
                <a:solidFill>
                  <a:schemeClr val="dk1"/>
                </a:solidFill>
                <a:effectLst/>
                <a:uFillTx/>
                <a:latin typeface="Bodoni MT Black"/>
              </a:rPr>
              <a:t>文件结束</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处理字符串</a:t>
            </a:r>
            <a:r>
              <a:rPr lang="en-US" sz="1800" b="0" u="none" strike="noStrike">
                <a:solidFill>
                  <a:srgbClr val="ff0000"/>
                </a:solidFill>
                <a:effectLst/>
                <a:uFillTx/>
                <a:latin typeface="Bodoni MT Black"/>
              </a:rPr>
              <a:t>seq</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印字符串</a:t>
            </a:r>
            <a:r>
              <a:rPr lang="en-US" sz="1800" b="0" u="none" strike="noStrike">
                <a:solidFill>
                  <a:srgbClr val="ff0000"/>
                </a:solidFill>
                <a:effectLst/>
                <a:uFillTx/>
                <a:latin typeface="Bodoni MT Black"/>
              </a:rPr>
              <a:t>seq</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a:t>
            </a:r>
            <a:r>
              <a:rPr lang="en-US" sz="1800" b="0" u="none" strike="noStrike">
                <a:solidFill>
                  <a:schemeClr val="dk1"/>
                </a:solidFill>
                <a:effectLst/>
                <a:uFillTx/>
                <a:latin typeface="Bodoni MT Black"/>
              </a:rPr>
              <a:t>	</a:t>
            </a:r>
            <a:r>
              <a:rPr lang="zh-CN" sz="1800" b="0" u="none" strike="noStrike">
                <a:solidFill>
                  <a:schemeClr val="dk1"/>
                </a:solidFill>
                <a:effectLst/>
                <a:uFillTx/>
                <a:latin typeface="Bodoni MT Black"/>
              </a:rPr>
              <a:t>印出字符串</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印字符串</a:t>
            </a:r>
            <a:r>
              <a:rPr lang="en-US" sz="1800" b="0" u="none" strike="noStrike">
                <a:solidFill>
                  <a:schemeClr val="dk1"/>
                </a:solidFill>
                <a:effectLst/>
                <a:uFillTx/>
                <a:latin typeface="Bodoni MT Black"/>
              </a:rPr>
              <a:t>end</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sum:=0</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pointer:=1</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rPr>
              <a:t>分析字符串</a:t>
            </a:r>
            <a:r>
              <a:rPr lang="en-US" sz="1800" b="0" u="none" strike="noStrike">
                <a:solidFill>
                  <a:srgbClr val="00b0f0"/>
                </a:solidFill>
                <a:effectLst/>
                <a:uFillTx/>
                <a:latin typeface="Bodoni MT Black"/>
              </a:rPr>
              <a:t>iter until</a:t>
            </a:r>
            <a:r>
              <a:rPr lang="zh-CN" sz="1800" b="0" u="none" strike="noStrike">
                <a:solidFill>
                  <a:schemeClr val="dk1"/>
                </a:solidFill>
                <a:effectLst/>
                <a:uFillTx/>
                <a:latin typeface="Bodoni MT Black"/>
              </a:rPr>
              <a:t>字符串结束</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分析字符</a:t>
            </a:r>
            <a:r>
              <a:rPr lang="en-US" sz="1800" b="0" u="none" strike="noStrike">
                <a:solidFill>
                  <a:srgbClr val="9ae73d"/>
                </a:solidFill>
                <a:effectLst/>
                <a:uFillTx/>
                <a:latin typeface="Bodoni MT Black"/>
              </a:rPr>
              <a:t>select</a:t>
            </a:r>
            <a:r>
              <a:rPr lang="zh-CN" sz="1800" b="0" u="none" strike="noStrike">
                <a:solidFill>
                  <a:schemeClr val="dk1"/>
                </a:solidFill>
                <a:effectLst/>
                <a:uFillTx/>
                <a:latin typeface="Bodoni MT Black"/>
              </a:rPr>
              <a:t>字符是空格</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处理空格</a:t>
            </a:r>
            <a:r>
              <a:rPr lang="en-US" sz="1800" b="0" u="none" strike="noStrike">
                <a:solidFill>
                  <a:srgbClr val="ff0000"/>
                </a:solidFill>
                <a:effectLst/>
                <a:uFillTx/>
                <a:latin typeface="Bodoni MT Black"/>
              </a:rPr>
              <a:t>Seq</a:t>
            </a:r>
            <a:endParaRPr lang="en-US" sz="1800" b="0" u="none" strike="noStrike">
              <a:solidFill>
                <a:srgbClr val="000000"/>
              </a:solidFill>
              <a:effectLst/>
              <a:uFillTx/>
              <a:latin typeface="Arial"/>
            </a:endParaRPr>
          </a:p>
          <a:p>
            <a:pPr marL="800280">
              <a:lnSpc>
                <a:spcPct val="100000"/>
              </a:lnSpc>
              <a:tabLst>
                <a:tab algn="l" pos="0"/>
              </a:tabLst>
            </a:pPr>
            <a:r>
              <a:rPr lang="en-US" sz="1800" b="0" u="none" strike="noStrike">
                <a:solidFill>
                  <a:schemeClr val="dk1"/>
                </a:solidFill>
                <a:effectLst/>
                <a:uFillTx/>
                <a:latin typeface="Bodoni MT Black"/>
              </a:rPr>
              <a:t>sum:=sum+1</a:t>
            </a:r>
            <a:endParaRPr lang="en-US" sz="1800" b="0" u="none" strike="noStrike">
              <a:solidFill>
                <a:srgbClr val="000000"/>
              </a:solidFill>
              <a:effectLst/>
              <a:uFillTx/>
              <a:latin typeface="Arial"/>
            </a:endParaRPr>
          </a:p>
          <a:p>
            <a:pPr marL="800280">
              <a:lnSpc>
                <a:spcPct val="100000"/>
              </a:lnSpc>
              <a:tabLst>
                <a:tab algn="l" pos="0"/>
              </a:tabLst>
            </a:pPr>
            <a:r>
              <a:rPr lang="en-US" sz="1800" b="0" u="none" strike="noStrike">
                <a:solidFill>
                  <a:schemeClr val="dk1"/>
                </a:solidFill>
                <a:effectLst/>
                <a:uFillTx/>
                <a:latin typeface="Bodoni MT Black"/>
              </a:rPr>
              <a:t>pointer:=pointer+1</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处理空格</a:t>
            </a:r>
            <a:r>
              <a:rPr lang="en-US" sz="1800" b="0" u="none" strike="noStrike">
                <a:solidFill>
                  <a:schemeClr val="dk1"/>
                </a:solidFill>
                <a:effectLst/>
                <a:uFillTx/>
                <a:latin typeface="Bodoni MT Black"/>
              </a:rPr>
              <a:t>end</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rPr>
              <a:t>分析字符</a:t>
            </a:r>
            <a:r>
              <a:rPr lang="en-US" sz="1800" b="0" u="none" strike="noStrike">
                <a:solidFill>
                  <a:schemeClr val="dk1"/>
                </a:solidFill>
                <a:effectLst/>
                <a:uFillTx/>
                <a:latin typeface="Bodoni MT Black"/>
              </a:rPr>
              <a:t>or</a:t>
            </a:r>
            <a:r>
              <a:rPr lang="zh-CN" sz="1800" b="0" u="none" strike="noStrike">
                <a:solidFill>
                  <a:schemeClr val="dk1"/>
                </a:solidFill>
                <a:effectLst/>
                <a:uFillTx/>
                <a:latin typeface="Bodoni MT Black"/>
              </a:rPr>
              <a:t>字符不是空格</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rPr>
              <a:t>    处理非空格</a:t>
            </a:r>
            <a:r>
              <a:rPr lang="en-US" sz="1800" b="0" u="none" strike="noStrike">
                <a:solidFill>
                  <a:srgbClr val="ff0000"/>
                </a:solidFill>
                <a:effectLst/>
                <a:uFillTx/>
                <a:latin typeface="Bodoni MT Black"/>
              </a:rPr>
              <a:t>seq</a:t>
            </a:r>
            <a:endParaRPr lang="en-US" sz="1800" b="0" u="none" strike="noStrike">
              <a:solidFill>
                <a:srgbClr val="000000"/>
              </a:solidFill>
              <a:effectLst/>
              <a:uFillTx/>
              <a:latin typeface="Arial"/>
            </a:endParaRPr>
          </a:p>
        </p:txBody>
      </p:sp>
      <p:sp>
        <p:nvSpPr>
          <p:cNvPr id="409" name="TextBox 7"/>
          <p:cNvSpPr/>
          <p:nvPr/>
        </p:nvSpPr>
        <p:spPr>
          <a:xfrm>
            <a:off x="4500720" y="952560"/>
            <a:ext cx="4185720" cy="4800960"/>
          </a:xfrm>
          <a:prstGeom prst="rect">
            <a:avLst/>
          </a:prstGeom>
          <a:noFill/>
          <a:ln w="0">
            <a:noFill/>
          </a:ln>
        </p:spPr>
        <p:style>
          <a:lnRef idx="0"/>
          <a:fillRef idx="0"/>
          <a:effectRef idx="0"/>
          <a:fontRef idx="minor"/>
        </p:style>
        <p:txBody>
          <a:bodyPr lIns="90000" rIns="90000" tIns="45000" bIns="45000" anchor="t">
            <a:spAutoFit/>
          </a:bodyPr>
          <a:p>
            <a:pPr marL="399960">
              <a:lnSpc>
                <a:spcPct val="100000"/>
              </a:lnSpc>
              <a:tabLst>
                <a:tab algn="l" pos="0"/>
              </a:tabLst>
            </a:pPr>
            <a:r>
              <a:rPr lang="en-US" sz="1800" b="0" u="none" strike="noStrike">
                <a:solidFill>
                  <a:schemeClr val="dk1"/>
                </a:solidFill>
                <a:effectLst/>
                <a:uFillTx/>
                <a:latin typeface="Bodoni MT Black"/>
                <a:ea typeface="宋体"/>
              </a:rPr>
              <a:t>	</a:t>
            </a:r>
            <a:r>
              <a:rPr lang="en-US" sz="1800" b="0" u="none" strike="noStrike">
                <a:solidFill>
                  <a:schemeClr val="dk1"/>
                </a:solidFill>
                <a:effectLst/>
                <a:uFillTx/>
                <a:latin typeface="Bodoni MT Black"/>
                <a:ea typeface="宋体"/>
              </a:rPr>
              <a:t>pointer:=pointer+1</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处理非空格</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分析字符</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ea typeface="宋体"/>
              </a:rPr>
              <a:t>分析字符串</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a:t>
            </a:r>
            <a:r>
              <a:rPr lang="zh-CN" sz="1800" b="0" u="none" strike="noStrike">
                <a:solidFill>
                  <a:schemeClr val="dk1"/>
                </a:solidFill>
                <a:effectLst/>
                <a:uFillTx/>
                <a:latin typeface="Bodoni MT Black"/>
                <a:ea typeface="宋体"/>
              </a:rPr>
              <a:t>印空格数</a:t>
            </a:r>
            <a:r>
              <a:rPr lang="en-US" sz="1800" b="0" u="none" strike="noStrike">
                <a:solidFill>
                  <a:srgbClr val="ff0000"/>
                </a:solidFill>
                <a:effectLst/>
                <a:uFillTx/>
                <a:latin typeface="Bodoni MT Black"/>
                <a:ea typeface="宋体"/>
              </a:rPr>
              <a:t>seq</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a:t>
            </a:r>
            <a:r>
              <a:rPr lang="en-US" sz="1800" b="0" u="none" strike="noStrike">
                <a:solidFill>
                  <a:schemeClr val="dk1"/>
                </a:solidFill>
                <a:effectLst/>
                <a:uFillTx/>
                <a:latin typeface="Bodoni MT Black"/>
                <a:ea typeface="宋体"/>
              </a:rPr>
              <a:t>     印出空格数目</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a:t>
            </a:r>
            <a:r>
              <a:rPr lang="zh-CN" sz="1800" b="0" u="none" strike="noStrike">
                <a:solidFill>
                  <a:schemeClr val="dk1"/>
                </a:solidFill>
                <a:effectLst/>
                <a:uFillTx/>
                <a:latin typeface="Bodoni MT Black"/>
                <a:ea typeface="宋体"/>
              </a:rPr>
              <a:t>印空格数</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a:t>
            </a:r>
            <a:r>
              <a:rPr lang="en-US" sz="1800" b="0" u="none" strike="noStrike">
                <a:solidFill>
                  <a:schemeClr val="dk1"/>
                </a:solidFill>
                <a:effectLst/>
                <a:uFillTx/>
                <a:latin typeface="Bodoni MT Black"/>
                <a:ea typeface="宋体"/>
              </a:rPr>
              <a:t>totalsum:=totalsum+sum</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读入字符串</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处理字符串</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ea typeface="宋体"/>
              </a:rPr>
              <a:t>程序体</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ea typeface="宋体"/>
              </a:rPr>
              <a:t>印总数</a:t>
            </a:r>
            <a:r>
              <a:rPr lang="en-US" sz="1800" b="0" u="none" strike="noStrike">
                <a:solidFill>
                  <a:srgbClr val="ff0000"/>
                </a:solidFill>
                <a:effectLst/>
                <a:uFillTx/>
                <a:latin typeface="Bodoni MT Black"/>
                <a:ea typeface="宋体"/>
              </a:rPr>
              <a:t>seq</a:t>
            </a:r>
            <a:endParaRPr lang="en-US" sz="1800" b="0" u="none" strike="noStrike">
              <a:solidFill>
                <a:srgbClr val="000000"/>
              </a:solidFill>
              <a:effectLst/>
              <a:uFillTx/>
              <a:latin typeface="Arial"/>
            </a:endParaRPr>
          </a:p>
          <a:p>
            <a:pPr marL="399960">
              <a:lnSpc>
                <a:spcPct val="100000"/>
              </a:lnSpc>
              <a:tabLst>
                <a:tab algn="l" pos="0"/>
              </a:tabLst>
            </a:pPr>
            <a:r>
              <a:rPr lang="en-US" sz="1800" b="0" u="none" strike="noStrike">
                <a:solidFill>
                  <a:schemeClr val="dk1"/>
                </a:solidFill>
                <a:effectLst/>
                <a:uFillTx/>
                <a:latin typeface="Bodoni MT Black"/>
                <a:ea typeface="宋体"/>
              </a:rPr>
              <a:t>     印出空格总数</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ea typeface="宋体"/>
              </a:rPr>
              <a:t>印总数</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a:p>
            <a:pPr marL="399960">
              <a:lnSpc>
                <a:spcPct val="100000"/>
              </a:lnSpc>
              <a:tabLst>
                <a:tab algn="l" pos="0"/>
              </a:tabLst>
            </a:pPr>
            <a:r>
              <a:rPr lang="zh-CN" sz="1800" b="0" u="none" strike="noStrike">
                <a:solidFill>
                  <a:schemeClr val="dk1"/>
                </a:solidFill>
                <a:effectLst/>
                <a:uFillTx/>
                <a:latin typeface="Bodoni MT Black"/>
                <a:ea typeface="宋体"/>
              </a:rPr>
              <a:t>关闭文件</a:t>
            </a:r>
            <a:endParaRPr lang="en-US" sz="1800" b="0" u="none" strike="noStrike">
              <a:solidFill>
                <a:srgbClr val="000000"/>
              </a:solidFill>
              <a:effectLst/>
              <a:uFillTx/>
              <a:latin typeface="Arial"/>
            </a:endParaRPr>
          </a:p>
          <a:p>
            <a:pPr>
              <a:lnSpc>
                <a:spcPct val="100000"/>
              </a:lnSpc>
              <a:tabLst>
                <a:tab algn="l" pos="0"/>
              </a:tabLst>
            </a:pPr>
            <a:r>
              <a:rPr lang="en-US" sz="1800" b="0" u="none" strike="noStrike">
                <a:solidFill>
                  <a:schemeClr val="dk1"/>
                </a:solidFill>
                <a:effectLst/>
                <a:uFillTx/>
                <a:latin typeface="Bodoni MT Black"/>
                <a:ea typeface="宋体"/>
              </a:rPr>
              <a:t>       停止</a:t>
            </a:r>
            <a:endParaRPr lang="en-US" sz="1800" b="0" u="none" strike="noStrike">
              <a:solidFill>
                <a:srgbClr val="000000"/>
              </a:solidFill>
              <a:effectLst/>
              <a:uFillTx/>
              <a:latin typeface="Arial"/>
            </a:endParaRPr>
          </a:p>
          <a:p>
            <a:pPr>
              <a:lnSpc>
                <a:spcPct val="100000"/>
              </a:lnSpc>
              <a:tabLst>
                <a:tab algn="l" pos="0"/>
              </a:tabLst>
            </a:pPr>
            <a:r>
              <a:rPr lang="zh-CN" sz="1800" b="0" u="none" strike="noStrike">
                <a:solidFill>
                  <a:schemeClr val="dk1"/>
                </a:solidFill>
                <a:effectLst/>
                <a:uFillTx/>
                <a:latin typeface="Bodoni MT Black"/>
                <a:ea typeface="宋体"/>
              </a:rPr>
              <a:t>统计空格</a:t>
            </a:r>
            <a:r>
              <a:rPr lang="en-US" sz="1800" b="0" u="none" strike="noStrike">
                <a:solidFill>
                  <a:schemeClr val="dk1"/>
                </a:solidFill>
                <a:effectLst/>
                <a:uFillTx/>
                <a:latin typeface="Bodoni MT Black"/>
                <a:ea typeface="宋体"/>
              </a:rPr>
              <a:t>end</a:t>
            </a:r>
            <a:endParaRPr lang="en-US" sz="1800" b="0" u="none" strike="noStrike">
              <a:solidFill>
                <a:srgbClr val="000000"/>
              </a:solidFill>
              <a:effectLst/>
              <a:uFillTx/>
              <a:latin typeface="Arial"/>
            </a:endParaRPr>
          </a:p>
        </p:txBody>
      </p:sp>
      <p:sp>
        <p:nvSpPr>
          <p:cNvPr id="41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6.5.3 Jackson</a:t>
            </a:r>
            <a:r>
              <a:rPr lang="zh-CN" sz="2400" b="0" u="none" strike="noStrike">
                <a:solidFill>
                  <a:srgbClr val="d9d9d9"/>
                </a:solidFill>
                <a:effectLst/>
                <a:uFillTx/>
                <a:latin typeface="Bodoni MT Black"/>
                <a:ea typeface="宋体"/>
              </a:rPr>
              <a:t>法</a:t>
            </a:r>
            <a:endParaRPr lang="en-US" sz="2400" b="0" u="none" strike="noStrike">
              <a:solidFill>
                <a:srgbClr val="000000"/>
              </a:solidFill>
              <a:effectLst/>
              <a:uFillTx/>
              <a:latin typeface="Arial"/>
            </a:endParaRPr>
          </a:p>
        </p:txBody>
      </p:sp>
      <p:sp>
        <p:nvSpPr>
          <p:cNvPr id="41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1 Título"/>
          <p:cNvSpPr/>
          <p:nvPr/>
        </p:nvSpPr>
        <p:spPr>
          <a:xfrm>
            <a:off x="739800" y="189000"/>
            <a:ext cx="7648200" cy="863280"/>
          </a:xfrm>
          <a:prstGeom prst="rect">
            <a:avLst/>
          </a:prstGeom>
          <a:noFill/>
          <a:ln w="9525">
            <a:noFill/>
          </a:ln>
        </p:spPr>
        <p:style>
          <a:lnRef idx="0"/>
          <a:fillRef idx="0"/>
          <a:effectRef idx="0"/>
          <a:fontRef idx="minor"/>
        </p:style>
        <p:txBody>
          <a:bodyPr lIns="90000" rIns="90000" tIns="45000" bIns="45000" anchor="ctr">
            <a:noAutofit/>
          </a:bodyPr>
          <a:p>
            <a:pPr algn="ctr">
              <a:lnSpc>
                <a:spcPts val="5763"/>
              </a:lnSpc>
            </a:pPr>
            <a:r>
              <a:rPr lang="zh-CN" sz="5400" b="1" u="none" strike="noStrike">
                <a:solidFill>
                  <a:schemeClr val="dk1"/>
                </a:solidFill>
                <a:effectLst/>
                <a:uFillTx/>
                <a:latin typeface="Bodoni MT Black"/>
                <a:ea typeface="宋体"/>
              </a:rPr>
              <a:t>主要内容</a:t>
            </a:r>
            <a:endParaRPr lang="en-US" sz="5400" b="0" u="none" strike="noStrike">
              <a:solidFill>
                <a:srgbClr val="000000"/>
              </a:solidFill>
              <a:effectLst/>
              <a:uFillTx/>
              <a:latin typeface="Arial"/>
            </a:endParaRPr>
          </a:p>
        </p:txBody>
      </p:sp>
      <p:sp>
        <p:nvSpPr>
          <p:cNvPr id="413"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41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 </a:t>
            </a:r>
            <a:r>
              <a:rPr lang="zh-CN" sz="2400" b="0" u="none" strike="noStrike">
                <a:solidFill>
                  <a:srgbClr val="d9d9d9"/>
                </a:solidFill>
                <a:effectLst/>
                <a:uFillTx/>
                <a:latin typeface="Bodoni MT Black"/>
                <a:ea typeface="宋体"/>
              </a:rPr>
              <a:t>程序复杂</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程度的定量度量</a:t>
            </a:r>
            <a:endParaRPr lang="en-US" sz="2400" b="0" u="none" strike="noStrike">
              <a:solidFill>
                <a:srgbClr val="000000"/>
              </a:solidFill>
              <a:effectLst/>
              <a:uFillTx/>
              <a:latin typeface="Arial"/>
            </a:endParaRPr>
          </a:p>
        </p:txBody>
      </p:sp>
      <p:pic>
        <p:nvPicPr>
          <p:cNvPr id="415"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416"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417"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418"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419"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420"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42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22" name="矩形 13"/>
          <p:cNvSpPr/>
          <p:nvPr/>
        </p:nvSpPr>
        <p:spPr>
          <a:xfrm>
            <a:off x="647280" y="487368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423" name="等腰三角形 14"/>
          <p:cNvSpPr/>
          <p:nvPr/>
        </p:nvSpPr>
        <p:spPr>
          <a:xfrm rot="5400000">
            <a:off x="55080" y="495936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424" name="Rectangle 3"/>
          <p:cNvSpPr/>
          <p:nvPr/>
        </p:nvSpPr>
        <p:spPr>
          <a:xfrm>
            <a:off x="257040" y="1051920"/>
            <a:ext cx="8229240" cy="4381200"/>
          </a:xfrm>
          <a:prstGeom prst="rect">
            <a:avLst/>
          </a:prstGeom>
          <a:noFill/>
          <a:ln w="0">
            <a:noFill/>
          </a:ln>
        </p:spPr>
        <p:style>
          <a:lnRef idx="0"/>
          <a:fillRef idx="0"/>
          <a:effectRef idx="0"/>
          <a:fontRef idx="minor"/>
        </p:style>
        <p:txBody>
          <a:bodyPr lIns="90000" rIns="90000" tIns="45000" bIns="45000" anchor="t">
            <a:noAutofit/>
          </a:bodyPr>
          <a:p>
            <a:pPr>
              <a:lnSpc>
                <a:spcPct val="200000"/>
              </a:lnSpc>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6.1   </a:t>
            </a:r>
            <a:r>
              <a:rPr lang="zh-CN" sz="2400" b="1" u="none" strike="noStrike">
                <a:solidFill>
                  <a:schemeClr val="dk1"/>
                </a:solidFill>
                <a:effectLst/>
                <a:uFillTx/>
                <a:latin typeface="Bodoni MT Black"/>
              </a:rPr>
              <a:t>结构程序设计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6.2   </a:t>
            </a:r>
            <a:r>
              <a:rPr lang="zh-CN" sz="2400" b="1" u="none" strike="noStrike">
                <a:solidFill>
                  <a:schemeClr val="dk1"/>
                </a:solidFill>
                <a:effectLst/>
                <a:uFillTx/>
                <a:latin typeface="Bodoni MT Black"/>
              </a:rPr>
              <a:t>人机界面设计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6.3   </a:t>
            </a:r>
            <a:r>
              <a:rPr lang="zh-CN" sz="2400" b="1" u="none" strike="noStrike">
                <a:solidFill>
                  <a:schemeClr val="dk1"/>
                </a:solidFill>
                <a:effectLst/>
                <a:uFillTx/>
                <a:latin typeface="Bodoni MT Black"/>
              </a:rPr>
              <a:t>数据设计</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6.4   </a:t>
            </a:r>
            <a:r>
              <a:rPr lang="zh-CN" sz="2400" b="1" u="none" strike="noStrike">
                <a:solidFill>
                  <a:schemeClr val="dk1"/>
                </a:solidFill>
                <a:effectLst/>
                <a:uFillTx/>
                <a:latin typeface="Bodoni MT Black"/>
              </a:rPr>
              <a:t>过程设计的工具</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6.5   </a:t>
            </a:r>
            <a:r>
              <a:rPr lang="zh-CN" sz="2400" b="1" u="none" strike="noStrike">
                <a:solidFill>
                  <a:schemeClr val="dk1"/>
                </a:solidFill>
                <a:effectLst/>
                <a:uFillTx/>
                <a:latin typeface="Bodoni MT Black"/>
              </a:rPr>
              <a:t>面向数据结构的设计方法</a:t>
            </a:r>
            <a:endParaRPr lang="en-US" sz="2400" b="0" u="none" strike="noStrike">
              <a:solidFill>
                <a:srgbClr val="000000"/>
              </a:solidFill>
              <a:effectLst/>
              <a:uFillTx/>
              <a:latin typeface="Arial"/>
            </a:endParaRPr>
          </a:p>
          <a:p>
            <a:pPr>
              <a:lnSpc>
                <a:spcPct val="200000"/>
              </a:lnSpc>
              <a:tabLst>
                <a:tab algn="l" pos="0"/>
              </a:tabLst>
            </a:pPr>
            <a:r>
              <a:rPr lang="en-US" sz="2400" b="1" u="none" strike="noStrike">
                <a:solidFill>
                  <a:schemeClr val="dk1"/>
                </a:solidFill>
                <a:effectLst/>
                <a:uFillTx/>
                <a:latin typeface="Bodoni MT Black"/>
              </a:rPr>
              <a:t>   6.6   </a:t>
            </a:r>
            <a:r>
              <a:rPr lang="zh-CN" sz="2400" b="1" u="none" strike="noStrike">
                <a:solidFill>
                  <a:schemeClr val="dk1"/>
                </a:solidFill>
                <a:effectLst/>
                <a:uFillTx/>
                <a:latin typeface="Bodoni MT Black"/>
              </a:rPr>
              <a:t>程序复杂程度的定量度量</a:t>
            </a:r>
            <a:endParaRPr lang="en-US" sz="2400" b="0" u="none" strike="noStrike">
              <a:solidFill>
                <a:srgbClr val="000000"/>
              </a:solidFill>
              <a:effectLst/>
              <a:uFillTx/>
              <a:latin typeface="Arial"/>
            </a:endParaRPr>
          </a:p>
          <a:p>
            <a:pPr>
              <a:lnSpc>
                <a:spcPct val="200000"/>
              </a:lnSpc>
              <a:spcBef>
                <a:spcPts val="1199"/>
              </a:spcBef>
              <a:tabLst>
                <a:tab algn="l" pos="0"/>
              </a:tabLst>
            </a:pPr>
            <a:endParaRPr lang="en-US" sz="24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ea typeface="黑体"/>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序</a:t>
            </a:r>
            <a:r>
              <a:rPr lang="zh-CN" sz="4400" b="1" u="none" strike="noStrike">
                <a:solidFill>
                  <a:schemeClr val="dk1"/>
                </a:solidFill>
                <a:effectLst/>
                <a:uFillTx/>
                <a:latin typeface="Bodoni MT Black"/>
              </a:rPr>
              <a:t>复</a:t>
            </a:r>
            <a:r>
              <a:rPr lang="zh-CN" sz="4400" b="1" u="none" strike="noStrike">
                <a:solidFill>
                  <a:schemeClr val="dk1"/>
                </a:solidFill>
                <a:effectLst/>
                <a:uFillTx/>
                <a:latin typeface="Bodoni MT Black"/>
              </a:rPr>
              <a:t>杂</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定</a:t>
            </a:r>
            <a:r>
              <a:rPr lang="zh-CN" sz="4400" b="1" u="none" strike="noStrike">
                <a:solidFill>
                  <a:schemeClr val="dk1"/>
                </a:solidFill>
                <a:effectLst/>
                <a:uFillTx/>
                <a:latin typeface="Bodoni MT Black"/>
              </a:rPr>
              <a:t>量</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量</a:t>
            </a:r>
            <a:endParaRPr lang="es-ES" sz="4400" b="0" u="none" strike="noStrike">
              <a:solidFill>
                <a:schemeClr val="dk1"/>
              </a:solidFill>
              <a:effectLst/>
              <a:uFillTx/>
              <a:latin typeface="Arial"/>
            </a:endParaRPr>
          </a:p>
        </p:txBody>
      </p:sp>
      <p:sp>
        <p:nvSpPr>
          <p:cNvPr id="426" name="TextBox 7"/>
          <p:cNvSpPr/>
          <p:nvPr/>
        </p:nvSpPr>
        <p:spPr>
          <a:xfrm>
            <a:off x="457200" y="1484280"/>
            <a:ext cx="8362440" cy="295416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lang="zh-CN" sz="2400" b="0" u="none" strike="noStrike">
                <a:solidFill>
                  <a:schemeClr val="dk1"/>
                </a:solidFill>
                <a:effectLst/>
                <a:uFillTx/>
                <a:latin typeface="Bodoni MT Black"/>
                <a:ea typeface="宋体"/>
              </a:rPr>
              <a:t>定量度量程序复杂程度的方法很有价值：</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① 把</a:t>
            </a:r>
            <a:r>
              <a:rPr lang="zh-CN" sz="2400" b="0" u="none" strike="noStrike">
                <a:solidFill>
                  <a:srgbClr val="ff0000"/>
                </a:solidFill>
                <a:effectLst/>
                <a:uFillTx/>
                <a:latin typeface="Bodoni MT Black"/>
                <a:ea typeface="宋体"/>
              </a:rPr>
              <a:t>程序的复杂程度</a:t>
            </a:r>
            <a:r>
              <a:rPr lang="zh-CN" sz="2400" b="0" u="none" strike="noStrike">
                <a:solidFill>
                  <a:schemeClr val="dk1"/>
                </a:solidFill>
                <a:effectLst/>
                <a:uFillTx/>
                <a:latin typeface="Bodoni MT Black"/>
                <a:ea typeface="宋体"/>
              </a:rPr>
              <a:t>乘以适当常数即可估算出软件中</a:t>
            </a:r>
            <a:r>
              <a:rPr lang="zh-CN" sz="2400" b="0" u="none" strike="noStrike">
                <a:solidFill>
                  <a:srgbClr val="ff0000"/>
                </a:solidFill>
                <a:effectLst/>
                <a:uFillTx/>
                <a:latin typeface="Bodoni MT Black"/>
                <a:ea typeface="宋体"/>
              </a:rPr>
              <a:t>错误的数量</a:t>
            </a:r>
            <a:r>
              <a:rPr lang="zh-CN" sz="2400" b="0" u="none" strike="noStrike">
                <a:solidFill>
                  <a:schemeClr val="dk1"/>
                </a:solidFill>
                <a:effectLst/>
                <a:uFillTx/>
                <a:latin typeface="Bodoni MT Black"/>
                <a:ea typeface="宋体"/>
              </a:rPr>
              <a:t>以及软件开发需要用的</a:t>
            </a:r>
            <a:r>
              <a:rPr lang="zh-CN" sz="2400" b="0" u="none" strike="noStrike">
                <a:solidFill>
                  <a:srgbClr val="ff0000"/>
                </a:solidFill>
                <a:effectLst/>
                <a:uFillTx/>
                <a:latin typeface="Bodoni MT Black"/>
                <a:ea typeface="宋体"/>
              </a:rPr>
              <a:t>工作量</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② 定量度量的结果可以用来比较两个不同的设计或两个不同算法的</a:t>
            </a:r>
            <a:r>
              <a:rPr lang="zh-CN" sz="2400" b="0" u="none" strike="noStrike">
                <a:solidFill>
                  <a:srgbClr val="ff0000"/>
                </a:solidFill>
                <a:effectLst/>
                <a:uFillTx/>
                <a:latin typeface="Bodoni MT Black"/>
                <a:ea typeface="宋体"/>
              </a:rPr>
              <a:t>优劣</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③ 程序的定量的复杂程度可以作为</a:t>
            </a:r>
            <a:r>
              <a:rPr lang="zh-CN" sz="2400" b="0" u="none" strike="noStrike">
                <a:solidFill>
                  <a:srgbClr val="ff0000"/>
                </a:solidFill>
                <a:effectLst/>
                <a:uFillTx/>
                <a:latin typeface="Bodoni MT Black"/>
                <a:ea typeface="宋体"/>
              </a:rPr>
              <a:t>模块规模</a:t>
            </a:r>
            <a:r>
              <a:rPr lang="zh-CN" sz="2400" b="0" u="none" strike="noStrike">
                <a:solidFill>
                  <a:schemeClr val="dk1"/>
                </a:solidFill>
                <a:effectLst/>
                <a:uFillTx/>
                <a:latin typeface="Bodoni MT Black"/>
                <a:ea typeface="宋体"/>
              </a:rPr>
              <a:t>的精确限度。</a:t>
            </a:r>
            <a:endParaRPr lang="en-US" sz="2400" b="0" u="none" strike="noStrike">
              <a:solidFill>
                <a:srgbClr val="000000"/>
              </a:solidFill>
              <a:effectLst/>
              <a:uFillTx/>
              <a:latin typeface="Arial"/>
            </a:endParaRPr>
          </a:p>
        </p:txBody>
      </p:sp>
      <p:sp>
        <p:nvSpPr>
          <p:cNvPr id="42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2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 </a:t>
            </a:r>
            <a:r>
              <a:rPr lang="zh-CN" sz="2400" b="0" u="none" strike="noStrike">
                <a:solidFill>
                  <a:srgbClr val="d9d9d9"/>
                </a:solidFill>
                <a:effectLst/>
                <a:uFillTx/>
                <a:latin typeface="Bodoni MT Black"/>
                <a:ea typeface="宋体"/>
              </a:rPr>
              <a:t>程序复杂</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程度的定量度量</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序</a:t>
            </a:r>
            <a:r>
              <a:rPr lang="zh-CN" sz="4400" b="1" u="none" strike="noStrike">
                <a:solidFill>
                  <a:schemeClr val="dk1"/>
                </a:solidFill>
                <a:effectLst/>
                <a:uFillTx/>
                <a:latin typeface="Bodoni MT Black"/>
              </a:rPr>
              <a:t>复</a:t>
            </a:r>
            <a:r>
              <a:rPr lang="zh-CN" sz="4400" b="1" u="none" strike="noStrike">
                <a:solidFill>
                  <a:schemeClr val="dk1"/>
                </a:solidFill>
                <a:effectLst/>
                <a:uFillTx/>
                <a:latin typeface="Bodoni MT Black"/>
              </a:rPr>
              <a:t>杂</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定</a:t>
            </a:r>
            <a:r>
              <a:rPr lang="zh-CN" sz="4400" b="1" u="none" strike="noStrike">
                <a:solidFill>
                  <a:schemeClr val="dk1"/>
                </a:solidFill>
                <a:effectLst/>
                <a:uFillTx/>
                <a:latin typeface="Bodoni MT Black"/>
              </a:rPr>
              <a:t>量</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量</a:t>
            </a:r>
            <a:endParaRPr lang="es-ES" sz="4400" b="0" u="none" strike="noStrike">
              <a:solidFill>
                <a:schemeClr val="dk1"/>
              </a:solidFill>
              <a:effectLst/>
              <a:uFillTx/>
              <a:latin typeface="Arial"/>
            </a:endParaRPr>
          </a:p>
        </p:txBody>
      </p:sp>
      <p:sp>
        <p:nvSpPr>
          <p:cNvPr id="430" name="PlaceHolder 2"/>
          <p:cNvSpPr>
            <a:spLocks noGrp="1"/>
          </p:cNvSpPr>
          <p:nvPr>
            <p:ph/>
          </p:nvPr>
        </p:nvSpPr>
        <p:spPr>
          <a:xfrm>
            <a:off x="277920" y="1187280"/>
            <a:ext cx="8229240" cy="60300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6.6.1 McCabe</a:t>
            </a:r>
            <a:r>
              <a:rPr lang="zh-CN" sz="3200" b="1" u="none" strike="noStrike">
                <a:solidFill>
                  <a:schemeClr val="dk1"/>
                </a:solidFill>
                <a:effectLst/>
                <a:uFillTx/>
                <a:latin typeface="Bodoni MT Black"/>
              </a:rPr>
              <a:t>方法</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431" name="TextBox 7"/>
          <p:cNvSpPr/>
          <p:nvPr/>
        </p:nvSpPr>
        <p:spPr>
          <a:xfrm>
            <a:off x="277920" y="1914480"/>
            <a:ext cx="8686440" cy="249264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50000"/>
              </a:lnSpc>
              <a:buClr>
                <a:srgbClr val="ff0000"/>
              </a:buClr>
              <a:buFont typeface="OpenSymbol"/>
              <a:buChar char="•"/>
            </a:pPr>
            <a:r>
              <a:rPr lang="zh-CN" sz="2400" b="1" u="none" strike="noStrike">
                <a:solidFill>
                  <a:srgbClr val="ff0000"/>
                </a:solidFill>
                <a:effectLst/>
                <a:uFillTx/>
                <a:latin typeface="Bodoni MT Black"/>
                <a:ea typeface="宋体"/>
              </a:rPr>
              <a:t>流图</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McCabe</a:t>
            </a:r>
            <a:r>
              <a:rPr lang="zh-CN" sz="2400" b="0" u="none" strike="noStrike">
                <a:solidFill>
                  <a:schemeClr val="dk1"/>
                </a:solidFill>
                <a:effectLst/>
                <a:uFillTx/>
                <a:latin typeface="Bodoni MT Black"/>
                <a:ea typeface="宋体"/>
              </a:rPr>
              <a:t>方法根据程序控制流的复杂程度定量度量程序的复杂程度，这样度量出的结果称为程序的环形复杂度。</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ff0000"/>
                </a:solidFill>
                <a:effectLst/>
                <a:uFillTx/>
                <a:latin typeface="Bodoni MT Black"/>
                <a:ea typeface="宋体"/>
              </a:rPr>
              <a:t>流图实质上是“退化了的”程序流程图</a:t>
            </a:r>
            <a:r>
              <a:rPr lang="zh-CN" sz="2400" b="0" u="none" strike="noStrike">
                <a:solidFill>
                  <a:schemeClr val="dk1"/>
                </a:solidFill>
                <a:effectLst/>
                <a:uFillTx/>
                <a:latin typeface="Bodoni MT Black"/>
                <a:ea typeface="宋体"/>
              </a:rPr>
              <a:t>，描绘程序的控制流程，</a:t>
            </a:r>
            <a:r>
              <a:rPr lang="zh-CN" sz="2400" b="0" u="none" strike="noStrike">
                <a:solidFill>
                  <a:srgbClr val="ff0000"/>
                </a:solidFill>
                <a:effectLst/>
                <a:uFillTx/>
                <a:latin typeface="Bodoni MT Black"/>
                <a:ea typeface="宋体"/>
              </a:rPr>
              <a:t>不表现对数据的具体操作以及分支或循环的具体条件</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43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3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6.6.1 McCabe</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序</a:t>
            </a:r>
            <a:r>
              <a:rPr lang="zh-CN" sz="4400" b="1" u="none" strike="noStrike">
                <a:solidFill>
                  <a:schemeClr val="dk1"/>
                </a:solidFill>
                <a:effectLst/>
                <a:uFillTx/>
                <a:latin typeface="Bodoni MT Black"/>
              </a:rPr>
              <a:t>复</a:t>
            </a:r>
            <a:r>
              <a:rPr lang="zh-CN" sz="4400" b="1" u="none" strike="noStrike">
                <a:solidFill>
                  <a:schemeClr val="dk1"/>
                </a:solidFill>
                <a:effectLst/>
                <a:uFillTx/>
                <a:latin typeface="Bodoni MT Black"/>
              </a:rPr>
              <a:t>杂</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定</a:t>
            </a:r>
            <a:r>
              <a:rPr lang="zh-CN" sz="4400" b="1" u="none" strike="noStrike">
                <a:solidFill>
                  <a:schemeClr val="dk1"/>
                </a:solidFill>
                <a:effectLst/>
                <a:uFillTx/>
                <a:latin typeface="Bodoni MT Black"/>
              </a:rPr>
              <a:t>量</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量</a:t>
            </a:r>
            <a:endParaRPr lang="es-ES" sz="4400" b="0" u="none" strike="noStrike">
              <a:solidFill>
                <a:schemeClr val="dk1"/>
              </a:solidFill>
              <a:effectLst/>
              <a:uFillTx/>
              <a:latin typeface="Arial"/>
            </a:endParaRPr>
          </a:p>
        </p:txBody>
      </p:sp>
      <p:sp>
        <p:nvSpPr>
          <p:cNvPr id="435" name="TextBox 7"/>
          <p:cNvSpPr/>
          <p:nvPr/>
        </p:nvSpPr>
        <p:spPr>
          <a:xfrm>
            <a:off x="457200" y="1206360"/>
            <a:ext cx="3970080" cy="387756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OpenSymbol"/>
              <a:buChar char="•"/>
            </a:pPr>
            <a:r>
              <a:rPr lang="zh-CN" sz="2400" b="1" u="none" strike="noStrike">
                <a:solidFill>
                  <a:schemeClr val="dk1"/>
                </a:solidFill>
                <a:effectLst/>
                <a:uFillTx/>
                <a:latin typeface="Bodoni MT Black"/>
                <a:ea typeface="宋体"/>
              </a:rPr>
              <a:t>流图</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一个</a:t>
            </a:r>
            <a:r>
              <a:rPr lang="zh-CN" sz="2400" b="0" u="none" strike="noStrike">
                <a:solidFill>
                  <a:srgbClr val="ff0000"/>
                </a:solidFill>
                <a:effectLst/>
                <a:uFillTx/>
                <a:latin typeface="Bodoni MT Black"/>
                <a:ea typeface="宋体"/>
              </a:rPr>
              <a:t>圆</a:t>
            </a:r>
            <a:r>
              <a:rPr lang="zh-CN" sz="2400" b="0" u="none" strike="noStrike">
                <a:solidFill>
                  <a:schemeClr val="dk1"/>
                </a:solidFill>
                <a:effectLst/>
                <a:uFillTx/>
                <a:latin typeface="Bodoni MT Black"/>
                <a:ea typeface="宋体"/>
              </a:rPr>
              <a:t>代表一条或多条语句；</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一个顺序结构可以合并一个结点；</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流图中的</a:t>
            </a:r>
            <a:r>
              <a:rPr lang="zh-CN" sz="2400" b="0" u="none" strike="noStrike">
                <a:solidFill>
                  <a:srgbClr val="ff0000"/>
                </a:solidFill>
                <a:effectLst/>
                <a:uFillTx/>
                <a:latin typeface="Bodoni MT Black"/>
                <a:ea typeface="宋体"/>
              </a:rPr>
              <a:t>箭头线</a:t>
            </a:r>
            <a:r>
              <a:rPr lang="zh-CN" sz="2400" b="0" u="none" strike="noStrike">
                <a:solidFill>
                  <a:schemeClr val="dk1"/>
                </a:solidFill>
                <a:effectLst/>
                <a:uFillTx/>
                <a:latin typeface="Bodoni MT Black"/>
                <a:ea typeface="宋体"/>
              </a:rPr>
              <a:t>称为边，代表控制流；</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在流图中一条边必须终止于一个结点。</a:t>
            </a:r>
            <a:endParaRPr lang="en-US" sz="2400" b="0" u="none" strike="noStrike">
              <a:solidFill>
                <a:srgbClr val="000000"/>
              </a:solidFill>
              <a:effectLst/>
              <a:uFillTx/>
              <a:latin typeface="Arial"/>
            </a:endParaRPr>
          </a:p>
        </p:txBody>
      </p:sp>
      <p:pic>
        <p:nvPicPr>
          <p:cNvPr id="436" name="图片 2"/>
          <p:cNvPicPr/>
          <p:nvPr/>
        </p:nvPicPr>
        <p:blipFill>
          <a:blip r:embed="rId1"/>
          <a:stretch/>
        </p:blipFill>
        <p:spPr>
          <a:xfrm>
            <a:off x="4594320" y="907920"/>
            <a:ext cx="3543120" cy="5140080"/>
          </a:xfrm>
          <a:prstGeom prst="rect">
            <a:avLst/>
          </a:prstGeom>
          <a:noFill/>
          <a:ln w="9525">
            <a:noFill/>
          </a:ln>
        </p:spPr>
      </p:pic>
      <p:sp>
        <p:nvSpPr>
          <p:cNvPr id="43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3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6.6.1 McCabe</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序</a:t>
            </a:r>
            <a:r>
              <a:rPr lang="zh-CN" sz="4400" b="1" u="none" strike="noStrike">
                <a:solidFill>
                  <a:schemeClr val="dk1"/>
                </a:solidFill>
                <a:effectLst/>
                <a:uFillTx/>
                <a:latin typeface="Bodoni MT Black"/>
              </a:rPr>
              <a:t>复</a:t>
            </a:r>
            <a:r>
              <a:rPr lang="zh-CN" sz="4400" b="1" u="none" strike="noStrike">
                <a:solidFill>
                  <a:schemeClr val="dk1"/>
                </a:solidFill>
                <a:effectLst/>
                <a:uFillTx/>
                <a:latin typeface="Bodoni MT Black"/>
              </a:rPr>
              <a:t>杂</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定</a:t>
            </a:r>
            <a:r>
              <a:rPr lang="zh-CN" sz="4400" b="1" u="none" strike="noStrike">
                <a:solidFill>
                  <a:schemeClr val="dk1"/>
                </a:solidFill>
                <a:effectLst/>
                <a:uFillTx/>
                <a:latin typeface="Bodoni MT Black"/>
              </a:rPr>
              <a:t>量</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量</a:t>
            </a:r>
            <a:endParaRPr lang="es-ES" sz="4400" b="0" u="none" strike="noStrike">
              <a:solidFill>
                <a:schemeClr val="dk1"/>
              </a:solidFill>
              <a:effectLst/>
              <a:uFillTx/>
              <a:latin typeface="Arial"/>
            </a:endParaRPr>
          </a:p>
        </p:txBody>
      </p:sp>
      <p:sp>
        <p:nvSpPr>
          <p:cNvPr id="440" name="TextBox 7"/>
          <p:cNvSpPr/>
          <p:nvPr/>
        </p:nvSpPr>
        <p:spPr>
          <a:xfrm>
            <a:off x="179640" y="1704960"/>
            <a:ext cx="1738080" cy="175392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OpenSymbol"/>
              <a:buChar char="•"/>
            </a:pPr>
            <a:r>
              <a:rPr lang="zh-CN" sz="2400" b="1" u="none" strike="noStrike">
                <a:solidFill>
                  <a:schemeClr val="dk1"/>
                </a:solidFill>
                <a:effectLst/>
                <a:uFillTx/>
                <a:latin typeface="Bodoni MT Black"/>
                <a:ea typeface="宋体"/>
              </a:rPr>
              <a:t>流图</a:t>
            </a:r>
            <a:endParaRPr lang="en-US" sz="2400" b="0" u="none" strike="noStrike">
              <a:solidFill>
                <a:srgbClr val="000000"/>
              </a:solidFill>
              <a:effectLst/>
              <a:uFillTx/>
              <a:latin typeface="Arial"/>
            </a:endParaRPr>
          </a:p>
          <a:p>
            <a:pPr>
              <a:lnSpc>
                <a:spcPct val="150000"/>
              </a:lnSpc>
              <a:tabLst>
                <a:tab algn="l" pos="0"/>
              </a:tabLst>
            </a:pPr>
            <a:r>
              <a:rPr lang="zh-CN" sz="2400" b="0" u="none" strike="noStrike">
                <a:solidFill>
                  <a:schemeClr val="dk1"/>
                </a:solidFill>
                <a:effectLst/>
                <a:uFillTx/>
                <a:latin typeface="Bodoni MT Black"/>
                <a:ea typeface="宋体"/>
              </a:rPr>
              <a:t>由</a:t>
            </a:r>
            <a:r>
              <a:rPr lang="en-US" sz="2400" b="0" u="none" strike="noStrike">
                <a:solidFill>
                  <a:srgbClr val="ff0000"/>
                </a:solidFill>
                <a:effectLst/>
                <a:uFillTx/>
                <a:latin typeface="Bodoni MT Black"/>
                <a:ea typeface="宋体"/>
              </a:rPr>
              <a:t>PDL</a:t>
            </a:r>
            <a:r>
              <a:rPr lang="zh-CN" sz="2400" b="0" u="none" strike="noStrike">
                <a:solidFill>
                  <a:schemeClr val="dk1"/>
                </a:solidFill>
                <a:effectLst/>
                <a:uFillTx/>
                <a:latin typeface="Bodoni MT Black"/>
                <a:ea typeface="宋体"/>
              </a:rPr>
              <a:t>翻译成的流图</a:t>
            </a:r>
            <a:endParaRPr lang="en-US" sz="2400" b="0" u="none" strike="noStrike">
              <a:solidFill>
                <a:srgbClr val="000000"/>
              </a:solidFill>
              <a:effectLst/>
              <a:uFillTx/>
              <a:latin typeface="Arial"/>
            </a:endParaRPr>
          </a:p>
        </p:txBody>
      </p:sp>
      <p:pic>
        <p:nvPicPr>
          <p:cNvPr id="441" name="图片 9"/>
          <p:cNvPicPr/>
          <p:nvPr/>
        </p:nvPicPr>
        <p:blipFill>
          <a:blip r:embed="rId1"/>
          <a:stretch/>
        </p:blipFill>
        <p:spPr>
          <a:xfrm>
            <a:off x="2484360" y="1341360"/>
            <a:ext cx="6043320" cy="4390560"/>
          </a:xfrm>
          <a:prstGeom prst="rect">
            <a:avLst/>
          </a:prstGeom>
          <a:noFill/>
          <a:ln w="9525">
            <a:noFill/>
          </a:ln>
        </p:spPr>
      </p:pic>
      <p:sp>
        <p:nvSpPr>
          <p:cNvPr id="44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4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6.6.1 McCabe</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序</a:t>
            </a:r>
            <a:r>
              <a:rPr lang="zh-CN" sz="4400" b="1" u="none" strike="noStrike">
                <a:solidFill>
                  <a:schemeClr val="dk1"/>
                </a:solidFill>
                <a:effectLst/>
                <a:uFillTx/>
                <a:latin typeface="Bodoni MT Black"/>
              </a:rPr>
              <a:t>复</a:t>
            </a:r>
            <a:r>
              <a:rPr lang="zh-CN" sz="4400" b="1" u="none" strike="noStrike">
                <a:solidFill>
                  <a:schemeClr val="dk1"/>
                </a:solidFill>
                <a:effectLst/>
                <a:uFillTx/>
                <a:latin typeface="Bodoni MT Black"/>
              </a:rPr>
              <a:t>杂</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定</a:t>
            </a:r>
            <a:r>
              <a:rPr lang="zh-CN" sz="4400" b="1" u="none" strike="noStrike">
                <a:solidFill>
                  <a:schemeClr val="dk1"/>
                </a:solidFill>
                <a:effectLst/>
                <a:uFillTx/>
                <a:latin typeface="Bodoni MT Black"/>
              </a:rPr>
              <a:t>量</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量</a:t>
            </a:r>
            <a:endParaRPr lang="es-ES" sz="4400" b="0" u="none" strike="noStrike">
              <a:solidFill>
                <a:schemeClr val="dk1"/>
              </a:solidFill>
              <a:effectLst/>
              <a:uFillTx/>
              <a:latin typeface="Arial"/>
            </a:endParaRPr>
          </a:p>
        </p:txBody>
      </p:sp>
      <p:sp>
        <p:nvSpPr>
          <p:cNvPr id="445" name="TextBox 7"/>
          <p:cNvSpPr/>
          <p:nvPr/>
        </p:nvSpPr>
        <p:spPr>
          <a:xfrm>
            <a:off x="457200" y="1197000"/>
            <a:ext cx="2746080" cy="341604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OpenSymbol"/>
              <a:buChar char="•"/>
            </a:pPr>
            <a:r>
              <a:rPr lang="zh-CN" sz="2400" b="1" u="none" strike="noStrike">
                <a:solidFill>
                  <a:schemeClr val="dk1"/>
                </a:solidFill>
                <a:effectLst/>
                <a:uFillTx/>
                <a:latin typeface="Bodoni MT Black"/>
                <a:ea typeface="宋体"/>
              </a:rPr>
              <a:t>流图</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ff0000"/>
                </a:solidFill>
                <a:effectLst/>
                <a:uFillTx/>
                <a:latin typeface="Bodoni MT Black"/>
                <a:ea typeface="宋体"/>
              </a:rPr>
              <a:t>复合条件</a:t>
            </a:r>
            <a:r>
              <a:rPr lang="zh-CN" sz="2400" b="0" u="none" strike="noStrike">
                <a:solidFill>
                  <a:schemeClr val="dk1"/>
                </a:solidFill>
                <a:effectLst/>
                <a:uFillTx/>
                <a:latin typeface="Bodoni MT Black"/>
                <a:ea typeface="宋体"/>
              </a:rPr>
              <a:t>，就是在条件中包含了一个或多个布尔运算符（逻辑</a:t>
            </a:r>
            <a:r>
              <a:rPr lang="en-US" sz="2400" b="0" u="none" strike="noStrike">
                <a:solidFill>
                  <a:schemeClr val="dk1"/>
                </a:solidFill>
                <a:effectLst/>
                <a:uFillTx/>
                <a:latin typeface="Bodoni MT Black"/>
                <a:ea typeface="宋体"/>
              </a:rPr>
              <a:t>OR,AND,NAND,NOR</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pic>
        <p:nvPicPr>
          <p:cNvPr id="446" name="图片 1"/>
          <p:cNvPicPr/>
          <p:nvPr/>
        </p:nvPicPr>
        <p:blipFill>
          <a:blip r:embed="rId1"/>
          <a:stretch/>
        </p:blipFill>
        <p:spPr>
          <a:xfrm>
            <a:off x="3708360" y="1163520"/>
            <a:ext cx="4247640" cy="4625640"/>
          </a:xfrm>
          <a:prstGeom prst="rect">
            <a:avLst/>
          </a:prstGeom>
          <a:noFill/>
          <a:ln w="9525">
            <a:noFill/>
          </a:ln>
        </p:spPr>
      </p:pic>
      <p:sp>
        <p:nvSpPr>
          <p:cNvPr id="447"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4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6.6.1 McCabe</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
        <p:nvSpPr>
          <p:cNvPr id="449" name="矩形 1"/>
          <p:cNvSpPr/>
          <p:nvPr/>
        </p:nvSpPr>
        <p:spPr>
          <a:xfrm>
            <a:off x="3961800" y="2574360"/>
            <a:ext cx="647640" cy="21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程序复杂程度的定量度量</a:t>
            </a:r>
            <a:endParaRPr lang="es-ES" sz="4400" b="0" u="none" strike="noStrike">
              <a:solidFill>
                <a:schemeClr val="dk1"/>
              </a:solidFill>
              <a:effectLst/>
              <a:uFillTx/>
              <a:latin typeface="Arial"/>
            </a:endParaRPr>
          </a:p>
        </p:txBody>
      </p:sp>
      <p:sp>
        <p:nvSpPr>
          <p:cNvPr id="451" name="TextBox 7"/>
          <p:cNvSpPr/>
          <p:nvPr/>
        </p:nvSpPr>
        <p:spPr>
          <a:xfrm>
            <a:off x="457200" y="1413000"/>
            <a:ext cx="8229240" cy="397008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50000"/>
              </a:lnSpc>
              <a:buClr>
                <a:srgbClr val="ff0000"/>
              </a:buClr>
              <a:buFont typeface="OpenSymbol"/>
              <a:buChar char="•"/>
            </a:pPr>
            <a:r>
              <a:rPr lang="zh-CN" sz="2400" b="1" u="none" strike="noStrike">
                <a:solidFill>
                  <a:srgbClr val="ff0000"/>
                </a:solidFill>
                <a:effectLst/>
                <a:uFillTx/>
                <a:latin typeface="Bodoni MT Black"/>
                <a:ea typeface="宋体"/>
              </a:rPr>
              <a:t>计算环形复杂度的方法</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(1) </a:t>
            </a:r>
            <a:r>
              <a:rPr lang="zh-CN" sz="2400" b="0" u="none" strike="noStrike">
                <a:solidFill>
                  <a:schemeClr val="dk1"/>
                </a:solidFill>
                <a:effectLst/>
                <a:uFillTx/>
                <a:latin typeface="Bodoni MT Black"/>
                <a:ea typeface="宋体"/>
              </a:rPr>
              <a:t>流图中线性无关的区域数等于环形复杂度。</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(2) </a:t>
            </a:r>
            <a:r>
              <a:rPr lang="zh-CN" sz="2400" b="0" u="none" strike="noStrike">
                <a:solidFill>
                  <a:schemeClr val="dk1"/>
                </a:solidFill>
                <a:effectLst/>
                <a:uFillTx/>
                <a:latin typeface="Bodoni MT Black"/>
                <a:ea typeface="宋体"/>
              </a:rPr>
              <a:t>流图</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的环形复杂度</a:t>
            </a:r>
            <a:r>
              <a:rPr lang="en-US" sz="2400" b="0" u="none" strike="noStrike">
                <a:solidFill>
                  <a:srgbClr val="ff0000"/>
                </a:solidFill>
                <a:effectLst/>
                <a:uFillTx/>
                <a:latin typeface="Bodoni MT Black"/>
                <a:ea typeface="宋体"/>
              </a:rPr>
              <a:t>V(G)=E-N+2 </a:t>
            </a:r>
            <a:r>
              <a:rPr lang="zh-CN" sz="2400" b="0" u="none" strike="noStrike">
                <a:solidFill>
                  <a:schemeClr val="dk1"/>
                </a:solidFill>
                <a:effectLst/>
                <a:uFillTx/>
                <a:latin typeface="Bodoni MT Black"/>
                <a:ea typeface="宋体"/>
              </a:rPr>
              <a:t>，其中，</a:t>
            </a:r>
            <a:r>
              <a:rPr lang="en-US" sz="2400" b="0" u="none" strike="noStrike">
                <a:solidFill>
                  <a:schemeClr val="dk1"/>
                </a:solidFill>
                <a:effectLst/>
                <a:uFillTx/>
                <a:latin typeface="Bodoni MT Black"/>
                <a:ea typeface="宋体"/>
              </a:rPr>
              <a:t>E</a:t>
            </a:r>
            <a:r>
              <a:rPr lang="zh-CN" sz="2400" b="0" u="none" strike="noStrike">
                <a:solidFill>
                  <a:schemeClr val="dk1"/>
                </a:solidFill>
                <a:effectLst/>
                <a:uFillTx/>
                <a:latin typeface="Bodoni MT Black"/>
                <a:ea typeface="宋体"/>
              </a:rPr>
              <a:t>是流图中边的条数，</a:t>
            </a:r>
            <a:r>
              <a:rPr lang="en-US" sz="2400" b="0" u="none" strike="noStrike">
                <a:solidFill>
                  <a:schemeClr val="dk1"/>
                </a:solidFill>
                <a:effectLst/>
                <a:uFillTx/>
                <a:latin typeface="Bodoni MT Black"/>
                <a:ea typeface="宋体"/>
              </a:rPr>
              <a:t>N</a:t>
            </a:r>
            <a:r>
              <a:rPr lang="zh-CN" sz="2400" b="0" u="none" strike="noStrike">
                <a:solidFill>
                  <a:schemeClr val="dk1"/>
                </a:solidFill>
                <a:effectLst/>
                <a:uFillTx/>
                <a:latin typeface="Bodoni MT Black"/>
                <a:ea typeface="宋体"/>
              </a:rPr>
              <a:t>是结点数。</a:t>
            </a:r>
            <a:endParaRPr lang="en-US" sz="2400" b="0" u="none" strike="noStrike">
              <a:solidFill>
                <a:srgbClr val="000000"/>
              </a:solidFill>
              <a:effectLst/>
              <a:uFillTx/>
              <a:latin typeface="Arial"/>
            </a:endParaRPr>
          </a:p>
          <a:p>
            <a:pPr>
              <a:lnSpc>
                <a:spcPct val="150000"/>
              </a:lnSpc>
              <a:tabLst>
                <a:tab algn="l" pos="0"/>
              </a:tabLst>
            </a:pPr>
            <a:r>
              <a:rPr lang="en-US" sz="2400" b="0" u="none" strike="noStrike">
                <a:solidFill>
                  <a:schemeClr val="dk1"/>
                </a:solidFill>
                <a:effectLst/>
                <a:uFillTx/>
                <a:latin typeface="Bodoni MT Black"/>
                <a:ea typeface="宋体"/>
              </a:rPr>
              <a:t>(3) </a:t>
            </a:r>
            <a:r>
              <a:rPr lang="zh-CN" sz="2400" b="0" u="none" strike="noStrike">
                <a:solidFill>
                  <a:schemeClr val="dk1"/>
                </a:solidFill>
                <a:effectLst/>
                <a:uFillTx/>
                <a:latin typeface="Bodoni MT Black"/>
                <a:ea typeface="宋体"/>
              </a:rPr>
              <a:t>流图</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的环形复杂度</a:t>
            </a:r>
            <a:r>
              <a:rPr lang="en-US" sz="2400" b="0" u="none" strike="noStrike">
                <a:solidFill>
                  <a:srgbClr val="ff0000"/>
                </a:solidFill>
                <a:effectLst/>
                <a:uFillTx/>
                <a:latin typeface="Bodoni MT Black"/>
                <a:ea typeface="宋体"/>
              </a:rPr>
              <a:t>V(G)=P+1</a:t>
            </a:r>
            <a:r>
              <a:rPr lang="zh-CN" sz="2400" b="0" u="none" strike="noStrike">
                <a:solidFill>
                  <a:schemeClr val="dk1"/>
                </a:solidFill>
                <a:effectLst/>
                <a:uFillTx/>
                <a:latin typeface="Bodoni MT Black"/>
                <a:ea typeface="宋体"/>
              </a:rPr>
              <a:t>，其中，</a:t>
            </a:r>
            <a:r>
              <a:rPr lang="en-US" sz="2400" b="0" u="none" strike="noStrike">
                <a:solidFill>
                  <a:schemeClr val="dk1"/>
                </a:solidFill>
                <a:effectLst/>
                <a:uFillTx/>
                <a:latin typeface="Bodoni MT Black"/>
                <a:ea typeface="宋体"/>
              </a:rPr>
              <a:t>P</a:t>
            </a:r>
            <a:r>
              <a:rPr lang="zh-CN" sz="2400" b="0" u="none" strike="noStrike">
                <a:solidFill>
                  <a:schemeClr val="dk1"/>
                </a:solidFill>
                <a:effectLst/>
                <a:uFillTx/>
                <a:latin typeface="Bodoni MT Black"/>
                <a:ea typeface="宋体"/>
              </a:rPr>
              <a:t>是流图中判定结点的数目。</a:t>
            </a:r>
            <a:endParaRPr lang="en-US" sz="2400" b="0" u="none" strike="noStrike">
              <a:solidFill>
                <a:srgbClr val="000000"/>
              </a:solidFill>
              <a:effectLst/>
              <a:uFillTx/>
              <a:latin typeface="Arial"/>
            </a:endParaRPr>
          </a:p>
          <a:p>
            <a:pPr>
              <a:lnSpc>
                <a:spcPct val="150000"/>
              </a:lnSpc>
              <a:tabLst>
                <a:tab algn="l" pos="0"/>
              </a:tabLst>
            </a:pPr>
            <a:r>
              <a:rPr lang="zh-CN" sz="2400" b="0" u="none" strike="noStrike">
                <a:solidFill>
                  <a:schemeClr val="dk1"/>
                </a:solidFill>
                <a:effectLst/>
                <a:uFillTx/>
                <a:latin typeface="Bodoni MT Black"/>
                <a:ea typeface="宋体"/>
              </a:rPr>
              <a:t>上述流图的环形复杂度为</a:t>
            </a:r>
            <a:r>
              <a:rPr lang="en-US" sz="2400" b="0" u="none" strike="noStrike">
                <a:solidFill>
                  <a:srgbClr val="0070c0"/>
                </a:solidFill>
                <a:effectLst/>
                <a:uFillTx/>
                <a:latin typeface="Bodoni MT Black"/>
                <a:ea typeface="宋体"/>
              </a:rPr>
              <a:t>4</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452"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5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6.6.1 McCabe</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程序复杂程度的定量度量</a:t>
            </a:r>
            <a:endParaRPr lang="es-ES" sz="4400" b="0" u="none" strike="noStrike">
              <a:solidFill>
                <a:schemeClr val="dk1"/>
              </a:solidFill>
              <a:effectLst/>
              <a:uFillTx/>
              <a:latin typeface="Arial"/>
            </a:endParaRPr>
          </a:p>
        </p:txBody>
      </p:sp>
      <p:sp>
        <p:nvSpPr>
          <p:cNvPr id="455" name="TextBox 7"/>
          <p:cNvSpPr/>
          <p:nvPr/>
        </p:nvSpPr>
        <p:spPr>
          <a:xfrm>
            <a:off x="457200" y="1484280"/>
            <a:ext cx="8229240" cy="156924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OpenSymbol"/>
              <a:buChar char="•"/>
            </a:pPr>
            <a:r>
              <a:rPr lang="zh-CN" sz="2400" b="1" u="none" strike="noStrike">
                <a:solidFill>
                  <a:schemeClr val="dk1"/>
                </a:solidFill>
                <a:effectLst/>
                <a:uFillTx/>
                <a:latin typeface="Bodoni MT Black"/>
                <a:ea typeface="宋体"/>
              </a:rPr>
              <a:t>环形复杂度的用途</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对测试难度的一种定量度量，也能对软件最终的可靠性给出某种预测。实践表明，模块规模以</a:t>
            </a:r>
            <a:r>
              <a:rPr lang="en-US" sz="2400" b="0" u="none" strike="noStrike">
                <a:solidFill>
                  <a:srgbClr val="ff0000"/>
                </a:solidFill>
                <a:effectLst/>
                <a:uFillTx/>
                <a:latin typeface="Bodoni MT Black"/>
                <a:ea typeface="宋体"/>
              </a:rPr>
              <a:t>V(G)≤10</a:t>
            </a:r>
            <a:r>
              <a:rPr lang="zh-CN" sz="2400" b="0" u="none" strike="noStrike">
                <a:solidFill>
                  <a:schemeClr val="dk1"/>
                </a:solidFill>
                <a:effectLst/>
                <a:uFillTx/>
                <a:latin typeface="Bodoni MT Black"/>
                <a:ea typeface="宋体"/>
              </a:rPr>
              <a:t>为宜。</a:t>
            </a:r>
            <a:endParaRPr lang="en-US" sz="2400" b="0" u="none" strike="noStrike">
              <a:solidFill>
                <a:srgbClr val="000000"/>
              </a:solidFill>
              <a:effectLst/>
              <a:uFillTx/>
              <a:latin typeface="Arial"/>
            </a:endParaRPr>
          </a:p>
        </p:txBody>
      </p:sp>
      <p:sp>
        <p:nvSpPr>
          <p:cNvPr id="456"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5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6.6.1 McCabe</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序</a:t>
            </a:r>
            <a:r>
              <a:rPr lang="zh-CN" sz="4400" b="1" u="none" strike="noStrike">
                <a:solidFill>
                  <a:schemeClr val="dk1"/>
                </a:solidFill>
                <a:effectLst/>
                <a:uFillTx/>
                <a:latin typeface="Bodoni MT Black"/>
              </a:rPr>
              <a:t>复</a:t>
            </a:r>
            <a:r>
              <a:rPr lang="zh-CN" sz="4400" b="1" u="none" strike="noStrike">
                <a:solidFill>
                  <a:schemeClr val="dk1"/>
                </a:solidFill>
                <a:effectLst/>
                <a:uFillTx/>
                <a:latin typeface="Bodoni MT Black"/>
              </a:rPr>
              <a:t>杂</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定</a:t>
            </a:r>
            <a:r>
              <a:rPr lang="zh-CN" sz="4400" b="1" u="none" strike="noStrike">
                <a:solidFill>
                  <a:schemeClr val="dk1"/>
                </a:solidFill>
                <a:effectLst/>
                <a:uFillTx/>
                <a:latin typeface="Bodoni MT Black"/>
              </a:rPr>
              <a:t>量</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量</a:t>
            </a:r>
            <a:endParaRPr lang="es-ES" sz="4400" b="0" u="none" strike="noStrike">
              <a:solidFill>
                <a:schemeClr val="dk1"/>
              </a:solidFill>
              <a:effectLst/>
              <a:uFillTx/>
              <a:latin typeface="Arial"/>
            </a:endParaRPr>
          </a:p>
        </p:txBody>
      </p:sp>
      <p:sp>
        <p:nvSpPr>
          <p:cNvPr id="459" name="PlaceHolder 2"/>
          <p:cNvSpPr>
            <a:spLocks noGrp="1"/>
          </p:cNvSpPr>
          <p:nvPr>
            <p:ph/>
          </p:nvPr>
        </p:nvSpPr>
        <p:spPr>
          <a:xfrm>
            <a:off x="32364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6.6.2 Halstead</a:t>
            </a:r>
            <a:r>
              <a:rPr lang="zh-CN" sz="3200" b="1" u="none" strike="noStrike">
                <a:solidFill>
                  <a:schemeClr val="dk1"/>
                </a:solidFill>
                <a:effectLst/>
                <a:uFillTx/>
                <a:latin typeface="Bodoni MT Black"/>
              </a:rPr>
              <a:t>方法</a:t>
            </a:r>
            <a:endParaRPr lang="es-ES" sz="3200" b="0" u="none" strike="noStrike">
              <a:solidFill>
                <a:schemeClr val="dk1"/>
              </a:solidFill>
              <a:effectLst/>
              <a:uFillTx/>
              <a:latin typeface="Calibri"/>
            </a:endParaRPr>
          </a:p>
          <a:p>
            <a:pPr indent="0">
              <a:lnSpc>
                <a:spcPct val="100000"/>
              </a:lnSpc>
              <a:spcBef>
                <a:spcPts val="641"/>
              </a:spcBef>
              <a:buNone/>
              <a:tabLst>
                <a:tab algn="l" pos="0"/>
              </a:tabLst>
            </a:pPr>
            <a:endParaRPr lang="es-ES" sz="3200" b="0" u="none" strike="noStrike">
              <a:solidFill>
                <a:schemeClr val="dk1"/>
              </a:solidFill>
              <a:effectLst/>
              <a:uFillTx/>
              <a:latin typeface="Calibri"/>
            </a:endParaRPr>
          </a:p>
        </p:txBody>
      </p:sp>
      <p:sp>
        <p:nvSpPr>
          <p:cNvPr id="460" name="TextBox 7"/>
          <p:cNvSpPr/>
          <p:nvPr/>
        </p:nvSpPr>
        <p:spPr>
          <a:xfrm>
            <a:off x="179280" y="1585800"/>
            <a:ext cx="8784720" cy="397008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tabLst>
                <a:tab algn="l" pos="0"/>
              </a:tabLst>
            </a:pPr>
            <a:r>
              <a:rPr lang="zh-CN" sz="2400" b="0" u="none" strike="noStrike">
                <a:solidFill>
                  <a:schemeClr val="dk1"/>
                </a:solidFill>
                <a:effectLst/>
                <a:uFillTx/>
                <a:latin typeface="Bodoni MT Black"/>
                <a:ea typeface="宋体"/>
              </a:rPr>
              <a:t>根据程序中运算符和操作数的总数来度量程序的复杂程度。</a:t>
            </a:r>
            <a:r>
              <a:rPr lang="en-US" sz="2400" b="0" u="none" strike="noStrike">
                <a:solidFill>
                  <a:schemeClr val="dk1"/>
                </a:solidFill>
                <a:effectLst/>
                <a:uFillTx/>
                <a:latin typeface="Bodoni MT Black"/>
                <a:ea typeface="宋体"/>
              </a:rPr>
              <a:t>         令</a:t>
            </a:r>
            <a:r>
              <a:rPr lang="en-US" sz="2400" b="0" u="none" strike="noStrike">
                <a:solidFill>
                  <a:srgbClr val="ff0000"/>
                </a:solidFill>
                <a:effectLst/>
                <a:uFillTx/>
                <a:latin typeface="Bodoni MT Black"/>
                <a:ea typeface="宋体"/>
              </a:rPr>
              <a:t>N1</a:t>
            </a:r>
            <a:r>
              <a:rPr lang="zh-CN" sz="2400" b="0" u="none" strike="noStrike">
                <a:solidFill>
                  <a:schemeClr val="dk1"/>
                </a:solidFill>
                <a:effectLst/>
                <a:uFillTx/>
                <a:latin typeface="Bodoni MT Black"/>
                <a:ea typeface="宋体"/>
              </a:rPr>
              <a:t>为程序中</a:t>
            </a:r>
            <a:r>
              <a:rPr lang="zh-CN" sz="2400" b="0" u="none" strike="noStrike">
                <a:solidFill>
                  <a:srgbClr val="ff0000"/>
                </a:solidFill>
                <a:effectLst/>
                <a:uFillTx/>
                <a:latin typeface="Bodoni MT Black"/>
                <a:ea typeface="宋体"/>
              </a:rPr>
              <a:t>运算符</a:t>
            </a:r>
            <a:r>
              <a:rPr lang="zh-CN" sz="2400" b="0" u="none" strike="noStrike">
                <a:solidFill>
                  <a:schemeClr val="dk1"/>
                </a:solidFill>
                <a:effectLst/>
                <a:uFillTx/>
                <a:latin typeface="Bodoni MT Black"/>
                <a:ea typeface="宋体"/>
              </a:rPr>
              <a:t>出现的</a:t>
            </a:r>
            <a:r>
              <a:rPr lang="zh-CN" sz="2400" b="0" u="none" strike="noStrike">
                <a:solidFill>
                  <a:srgbClr val="0070c0"/>
                </a:solidFill>
                <a:effectLst/>
                <a:uFillTx/>
                <a:latin typeface="Bodoni MT Black"/>
                <a:ea typeface="宋体"/>
              </a:rPr>
              <a:t>总次数</a:t>
            </a:r>
            <a:r>
              <a:rPr lang="zh-CN" sz="2400" b="0" u="none" strike="noStrike">
                <a:solidFill>
                  <a:schemeClr val="dk1"/>
                </a:solidFill>
                <a:effectLst/>
                <a:uFillTx/>
                <a:latin typeface="Bodoni MT Black"/>
                <a:ea typeface="宋体"/>
              </a:rPr>
              <a:t>，</a:t>
            </a:r>
            <a:r>
              <a:rPr lang="en-US" sz="2400" b="0" u="none" strike="noStrike">
                <a:solidFill>
                  <a:srgbClr val="ff0000"/>
                </a:solidFill>
                <a:effectLst/>
                <a:uFillTx/>
                <a:latin typeface="Bodoni MT Black"/>
                <a:ea typeface="宋体"/>
              </a:rPr>
              <a:t>N2</a:t>
            </a:r>
            <a:r>
              <a:rPr lang="zh-CN" sz="2400" b="0" u="none" strike="noStrike">
                <a:solidFill>
                  <a:schemeClr val="dk1"/>
                </a:solidFill>
                <a:effectLst/>
                <a:uFillTx/>
                <a:latin typeface="Bodoni MT Black"/>
                <a:ea typeface="宋体"/>
              </a:rPr>
              <a:t>为</a:t>
            </a:r>
            <a:r>
              <a:rPr lang="zh-CN" sz="2400" b="0" u="none" strike="noStrike">
                <a:solidFill>
                  <a:srgbClr val="ff0000"/>
                </a:solidFill>
                <a:effectLst/>
                <a:uFillTx/>
                <a:latin typeface="Bodoni MT Black"/>
                <a:ea typeface="宋体"/>
              </a:rPr>
              <a:t>操作数</a:t>
            </a:r>
            <a:r>
              <a:rPr lang="zh-CN" sz="2400" b="0" u="none" strike="noStrike">
                <a:solidFill>
                  <a:schemeClr val="dk1"/>
                </a:solidFill>
                <a:effectLst/>
                <a:uFillTx/>
                <a:latin typeface="Bodoni MT Black"/>
                <a:ea typeface="宋体"/>
              </a:rPr>
              <a:t>出现的</a:t>
            </a:r>
            <a:r>
              <a:rPr lang="zh-CN" sz="2400" b="0" u="none" strike="noStrike">
                <a:solidFill>
                  <a:srgbClr val="0070c0"/>
                </a:solidFill>
                <a:effectLst/>
                <a:uFillTx/>
                <a:latin typeface="Bodoni MT Black"/>
                <a:ea typeface="宋体"/>
              </a:rPr>
              <a:t>总次数</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程序长度</a:t>
            </a:r>
            <a:r>
              <a:rPr lang="en-US" sz="2400" b="0" u="none" strike="noStrike">
                <a:solidFill>
                  <a:srgbClr val="ff0000"/>
                </a:solidFill>
                <a:effectLst/>
                <a:uFillTx/>
                <a:latin typeface="Bodoni MT Black"/>
                <a:ea typeface="宋体"/>
              </a:rPr>
              <a:t>N</a:t>
            </a:r>
            <a:r>
              <a:rPr lang="zh-CN" sz="2400" b="0" u="none" strike="noStrike">
                <a:solidFill>
                  <a:schemeClr val="dk1"/>
                </a:solidFill>
                <a:effectLst/>
                <a:uFillTx/>
                <a:latin typeface="Bodoni MT Black"/>
                <a:ea typeface="宋体"/>
              </a:rPr>
              <a:t>定义为：</a:t>
            </a:r>
            <a:endParaRPr lang="en-US" sz="2400" b="0" u="none" strike="noStrike">
              <a:solidFill>
                <a:srgbClr val="000000"/>
              </a:solidFill>
              <a:effectLst/>
              <a:uFillTx/>
              <a:latin typeface="Arial"/>
            </a:endParaRPr>
          </a:p>
          <a:p>
            <a:pPr algn="just">
              <a:lnSpc>
                <a:spcPct val="150000"/>
              </a:lnSpc>
              <a:tabLst>
                <a:tab algn="l" pos="0"/>
              </a:tabLst>
            </a:pPr>
            <a:r>
              <a:rPr lang="en-US" sz="2400" b="0" u="none" strike="noStrike">
                <a:solidFill>
                  <a:schemeClr val="dk1"/>
                </a:solidFill>
                <a:effectLst/>
                <a:uFillTx/>
                <a:latin typeface="Bodoni MT Black"/>
                <a:ea typeface="宋体"/>
              </a:rPr>
              <a:t>                           N=N1+N2</a:t>
            </a:r>
            <a:endParaRPr lang="en-US" sz="2400" b="0" u="none" strike="noStrike">
              <a:solidFill>
                <a:srgbClr val="000000"/>
              </a:solidFill>
              <a:effectLst/>
              <a:uFillTx/>
              <a:latin typeface="Arial"/>
            </a:endParaRPr>
          </a:p>
          <a:p>
            <a:pPr algn="just">
              <a:lnSpc>
                <a:spcPct val="125000"/>
              </a:lnSpc>
              <a:tabLst>
                <a:tab algn="l" pos="0"/>
              </a:tabLst>
            </a:pPr>
            <a:r>
              <a:rPr lang="en-US" sz="2400" b="0" u="none" strike="noStrike">
                <a:solidFill>
                  <a:schemeClr val="dk1"/>
                </a:solidFill>
                <a:effectLst/>
                <a:uFillTx/>
                <a:latin typeface="Bodoni MT Black"/>
                <a:ea typeface="宋体"/>
              </a:rPr>
              <a:t>     程序中使用的</a:t>
            </a:r>
            <a:r>
              <a:rPr lang="zh-CN" sz="2400" b="0" u="none" strike="noStrike">
                <a:solidFill>
                  <a:srgbClr val="ff0000"/>
                </a:solidFill>
                <a:effectLst/>
                <a:uFillTx/>
                <a:latin typeface="Bodoni MT Black"/>
                <a:ea typeface="宋体"/>
              </a:rPr>
              <a:t>不同运算符</a:t>
            </a:r>
            <a:r>
              <a:rPr lang="zh-CN" sz="2400" b="0" u="none" strike="noStrike">
                <a:solidFill>
                  <a:schemeClr val="dk1"/>
                </a:solidFill>
                <a:effectLst/>
                <a:uFillTx/>
                <a:latin typeface="Bodoni MT Black"/>
                <a:ea typeface="宋体"/>
              </a:rPr>
              <a:t>（包括关键字）的个数</a:t>
            </a:r>
            <a:r>
              <a:rPr lang="en-US" sz="2400" b="0" u="none" strike="noStrike">
                <a:solidFill>
                  <a:srgbClr val="ff0000"/>
                </a:solidFill>
                <a:effectLst/>
                <a:uFillTx/>
                <a:latin typeface="Bodoni MT Black"/>
                <a:ea typeface="宋体"/>
              </a:rPr>
              <a:t>n</a:t>
            </a:r>
            <a:r>
              <a:rPr lang="en-US" sz="2400" b="0" u="none" strike="noStrike" baseline="-25000">
                <a:solidFill>
                  <a:srgbClr val="ff0000"/>
                </a:solidFill>
                <a:effectLst/>
                <a:uFillTx/>
                <a:latin typeface="Bodoni MT Black"/>
                <a:ea typeface="宋体"/>
              </a:rPr>
              <a:t>1</a:t>
            </a:r>
            <a:r>
              <a:rPr lang="zh-CN" sz="2400" b="0" u="none" strike="noStrike">
                <a:solidFill>
                  <a:schemeClr val="dk1"/>
                </a:solidFill>
                <a:effectLst/>
                <a:uFillTx/>
                <a:latin typeface="Bodoni MT Black"/>
                <a:ea typeface="宋体"/>
              </a:rPr>
              <a:t>，以及</a:t>
            </a:r>
            <a:r>
              <a:rPr lang="zh-CN" sz="2400" b="0" u="none" strike="noStrike">
                <a:solidFill>
                  <a:srgbClr val="ff0000"/>
                </a:solidFill>
                <a:effectLst/>
                <a:uFillTx/>
                <a:latin typeface="Bodoni MT Black"/>
                <a:ea typeface="宋体"/>
              </a:rPr>
              <a:t>不同操作数</a:t>
            </a:r>
            <a:r>
              <a:rPr lang="zh-CN" sz="2400" b="0" u="none" strike="noStrike">
                <a:solidFill>
                  <a:schemeClr val="dk1"/>
                </a:solidFill>
                <a:effectLst/>
                <a:uFillTx/>
                <a:latin typeface="Bodoni MT Black"/>
                <a:ea typeface="宋体"/>
              </a:rPr>
              <a:t>（变量和常数）的个数</a:t>
            </a:r>
            <a:r>
              <a:rPr lang="en-US" sz="2400" b="0" u="none" strike="noStrike">
                <a:solidFill>
                  <a:srgbClr val="ff0000"/>
                </a:solidFill>
                <a:effectLst/>
                <a:uFillTx/>
                <a:latin typeface="Bodoni MT Black"/>
                <a:ea typeface="宋体"/>
              </a:rPr>
              <a:t>n</a:t>
            </a:r>
            <a:r>
              <a:rPr lang="en-US" sz="2400" b="0" u="none" strike="noStrike" baseline="-25000">
                <a:solidFill>
                  <a:srgbClr val="ff0000"/>
                </a:solidFill>
                <a:effectLst/>
                <a:uFillTx/>
                <a:latin typeface="Bodoni MT Black"/>
                <a:ea typeface="宋体"/>
              </a:rPr>
              <a:t>2</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Halstead</a:t>
            </a:r>
            <a:r>
              <a:rPr lang="zh-CN" sz="2400" b="0" u="none" strike="noStrike">
                <a:solidFill>
                  <a:schemeClr val="dk1"/>
                </a:solidFill>
                <a:effectLst/>
                <a:uFillTx/>
                <a:latin typeface="Bodoni MT Black"/>
                <a:ea typeface="宋体"/>
              </a:rPr>
              <a:t>给出</a:t>
            </a:r>
            <a:r>
              <a:rPr lang="zh-CN" sz="2400" b="0" u="none" strike="noStrike">
                <a:solidFill>
                  <a:srgbClr val="ff0000"/>
                </a:solidFill>
                <a:effectLst/>
                <a:uFillTx/>
                <a:latin typeface="Bodoni MT Black"/>
                <a:ea typeface="宋体"/>
              </a:rPr>
              <a:t>预测程序长度</a:t>
            </a:r>
            <a:r>
              <a:rPr lang="zh-CN" sz="2400" b="0" u="none" strike="noStrike">
                <a:solidFill>
                  <a:schemeClr val="dk1"/>
                </a:solidFill>
                <a:effectLst/>
                <a:uFillTx/>
                <a:latin typeface="Bodoni MT Black"/>
                <a:ea typeface="宋体"/>
              </a:rPr>
              <a:t>的公式如下：</a:t>
            </a:r>
            <a:endParaRPr lang="en-US" sz="2400" b="0" u="none" strike="noStrike">
              <a:solidFill>
                <a:srgbClr val="000000"/>
              </a:solidFill>
              <a:effectLst/>
              <a:uFillTx/>
              <a:latin typeface="Arial"/>
            </a:endParaRPr>
          </a:p>
          <a:p>
            <a:pPr algn="just">
              <a:lnSpc>
                <a:spcPct val="150000"/>
              </a:lnSpc>
              <a:tabLst>
                <a:tab algn="l" pos="0"/>
              </a:tabLst>
            </a:pPr>
            <a:r>
              <a:rPr lang="en-US" sz="2400" b="0" u="none" strike="noStrike">
                <a:solidFill>
                  <a:schemeClr val="dk1"/>
                </a:solidFill>
                <a:effectLst/>
                <a:uFillTx/>
                <a:latin typeface="Bodoni MT Black"/>
                <a:ea typeface="宋体"/>
              </a:rPr>
              <a:t>                           </a:t>
            </a:r>
            <a:r>
              <a:rPr lang="en-US" sz="2400" b="0" u="none" strike="noStrike">
                <a:solidFill>
                  <a:srgbClr val="ff0000"/>
                </a:solidFill>
                <a:effectLst/>
                <a:uFillTx/>
                <a:latin typeface="Bodoni MT Black"/>
                <a:ea typeface="宋体"/>
              </a:rPr>
              <a:t>H=n</a:t>
            </a:r>
            <a:r>
              <a:rPr lang="en-US" sz="2400" b="0" u="none" strike="noStrike" baseline="-25000">
                <a:solidFill>
                  <a:srgbClr val="ff0000"/>
                </a:solidFill>
                <a:effectLst/>
                <a:uFillTx/>
                <a:latin typeface="Bodoni MT Black"/>
                <a:ea typeface="宋体"/>
              </a:rPr>
              <a:t>1</a:t>
            </a:r>
            <a:r>
              <a:rPr lang="en-US" sz="2400" b="0" u="none" strike="noStrike">
                <a:solidFill>
                  <a:srgbClr val="ff0000"/>
                </a:solidFill>
                <a:effectLst/>
                <a:uFillTx/>
                <a:latin typeface="Bodoni MT Black"/>
                <a:ea typeface="宋体"/>
              </a:rPr>
              <a:t> log</a:t>
            </a:r>
            <a:r>
              <a:rPr lang="en-US" sz="2400" b="0" u="none" strike="noStrike" baseline="-25000">
                <a:solidFill>
                  <a:srgbClr val="ff0000"/>
                </a:solidFill>
                <a:effectLst/>
                <a:uFillTx/>
                <a:latin typeface="Bodoni MT Black"/>
                <a:ea typeface="宋体"/>
              </a:rPr>
              <a:t>2</a:t>
            </a:r>
            <a:r>
              <a:rPr lang="en-US" sz="2400" b="0" u="none" strike="noStrike">
                <a:solidFill>
                  <a:srgbClr val="ff0000"/>
                </a:solidFill>
                <a:effectLst/>
                <a:uFillTx/>
                <a:latin typeface="Bodoni MT Black"/>
                <a:ea typeface="宋体"/>
              </a:rPr>
              <a:t> n</a:t>
            </a:r>
            <a:r>
              <a:rPr lang="en-US" sz="2400" b="0" u="none" strike="noStrike" baseline="-25000">
                <a:solidFill>
                  <a:srgbClr val="ff0000"/>
                </a:solidFill>
                <a:effectLst/>
                <a:uFillTx/>
                <a:latin typeface="Bodoni MT Black"/>
                <a:ea typeface="宋体"/>
              </a:rPr>
              <a:t>1</a:t>
            </a:r>
            <a:r>
              <a:rPr lang="en-US" sz="2400" b="0" u="none" strike="noStrike">
                <a:solidFill>
                  <a:srgbClr val="ff0000"/>
                </a:solidFill>
                <a:effectLst/>
                <a:uFillTx/>
                <a:latin typeface="Bodoni MT Black"/>
                <a:ea typeface="宋体"/>
              </a:rPr>
              <a:t>+n</a:t>
            </a:r>
            <a:r>
              <a:rPr lang="en-US" sz="2400" b="0" u="none" strike="noStrike" baseline="-25000">
                <a:solidFill>
                  <a:srgbClr val="ff0000"/>
                </a:solidFill>
                <a:effectLst/>
                <a:uFillTx/>
                <a:latin typeface="Bodoni MT Black"/>
                <a:ea typeface="宋体"/>
              </a:rPr>
              <a:t>2</a:t>
            </a:r>
            <a:r>
              <a:rPr lang="en-US" sz="2400" b="0" u="none" strike="noStrike">
                <a:solidFill>
                  <a:srgbClr val="ff0000"/>
                </a:solidFill>
                <a:effectLst/>
                <a:uFillTx/>
                <a:latin typeface="Bodoni MT Black"/>
                <a:ea typeface="宋体"/>
              </a:rPr>
              <a:t> log</a:t>
            </a:r>
            <a:r>
              <a:rPr lang="en-US" sz="2400" b="0" u="none" strike="noStrike" baseline="-25000">
                <a:solidFill>
                  <a:srgbClr val="ff0000"/>
                </a:solidFill>
                <a:effectLst/>
                <a:uFillTx/>
                <a:latin typeface="Bodoni MT Black"/>
                <a:ea typeface="宋体"/>
              </a:rPr>
              <a:t>2</a:t>
            </a:r>
            <a:r>
              <a:rPr lang="en-US" sz="2400" b="0" u="none" strike="noStrike">
                <a:solidFill>
                  <a:srgbClr val="ff0000"/>
                </a:solidFill>
                <a:effectLst/>
                <a:uFillTx/>
                <a:latin typeface="Bodoni MT Black"/>
                <a:ea typeface="宋体"/>
              </a:rPr>
              <a:t>n</a:t>
            </a:r>
            <a:r>
              <a:rPr lang="en-US" sz="2400" b="0" u="none" strike="noStrike" baseline="-25000">
                <a:solidFill>
                  <a:srgbClr val="ff0000"/>
                </a:solidFill>
                <a:effectLst/>
                <a:uFillTx/>
                <a:latin typeface="Bodoni MT Black"/>
                <a:ea typeface="宋体"/>
              </a:rPr>
              <a:t>2</a:t>
            </a:r>
            <a:r>
              <a:rPr lang="en-US" sz="2400" b="0" u="none" strike="noStrike">
                <a:solidFill>
                  <a:srgbClr val="ff0000"/>
                </a:solidFill>
                <a:effectLst/>
                <a:uFillTx/>
                <a:latin typeface="Bodoni MT Black"/>
                <a:ea typeface="宋体"/>
              </a:rPr>
              <a:t>  </a:t>
            </a:r>
            <a:endParaRPr lang="en-US" sz="2400" b="0" u="none" strike="noStrike">
              <a:solidFill>
                <a:srgbClr val="000000"/>
              </a:solidFill>
              <a:effectLst/>
              <a:uFillTx/>
              <a:latin typeface="Arial"/>
            </a:endParaRPr>
          </a:p>
        </p:txBody>
      </p:sp>
      <p:sp>
        <p:nvSpPr>
          <p:cNvPr id="461"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6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6.6.2 Halstead</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6.6 </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序</a:t>
            </a:r>
            <a:r>
              <a:rPr lang="zh-CN" sz="4400" b="1" u="none" strike="noStrike">
                <a:solidFill>
                  <a:schemeClr val="dk1"/>
                </a:solidFill>
                <a:effectLst/>
                <a:uFillTx/>
                <a:latin typeface="Bodoni MT Black"/>
              </a:rPr>
              <a:t>复</a:t>
            </a:r>
            <a:r>
              <a:rPr lang="zh-CN" sz="4400" b="1" u="none" strike="noStrike">
                <a:solidFill>
                  <a:schemeClr val="dk1"/>
                </a:solidFill>
                <a:effectLst/>
                <a:uFillTx/>
                <a:latin typeface="Bodoni MT Black"/>
              </a:rPr>
              <a:t>杂</a:t>
            </a:r>
            <a:r>
              <a:rPr lang="zh-CN" sz="4400" b="1" u="none" strike="noStrike">
                <a:solidFill>
                  <a:schemeClr val="dk1"/>
                </a:solidFill>
                <a:effectLst/>
                <a:uFillTx/>
                <a:latin typeface="Bodoni MT Black"/>
              </a:rPr>
              <a:t>程</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的</a:t>
            </a:r>
            <a:r>
              <a:rPr lang="zh-CN" sz="4400" b="1" u="none" strike="noStrike">
                <a:solidFill>
                  <a:schemeClr val="dk1"/>
                </a:solidFill>
                <a:effectLst/>
                <a:uFillTx/>
                <a:latin typeface="Bodoni MT Black"/>
              </a:rPr>
              <a:t>定</a:t>
            </a:r>
            <a:r>
              <a:rPr lang="zh-CN" sz="4400" b="1" u="none" strike="noStrike">
                <a:solidFill>
                  <a:schemeClr val="dk1"/>
                </a:solidFill>
                <a:effectLst/>
                <a:uFillTx/>
                <a:latin typeface="Bodoni MT Black"/>
              </a:rPr>
              <a:t>量</a:t>
            </a:r>
            <a:r>
              <a:rPr lang="zh-CN" sz="4400" b="1" u="none" strike="noStrike">
                <a:solidFill>
                  <a:schemeClr val="dk1"/>
                </a:solidFill>
                <a:effectLst/>
                <a:uFillTx/>
                <a:latin typeface="Bodoni MT Black"/>
              </a:rPr>
              <a:t>度</a:t>
            </a:r>
            <a:r>
              <a:rPr lang="zh-CN" sz="4400" b="1" u="none" strike="noStrike">
                <a:solidFill>
                  <a:schemeClr val="dk1"/>
                </a:solidFill>
                <a:effectLst/>
                <a:uFillTx/>
                <a:latin typeface="Bodoni MT Black"/>
              </a:rPr>
              <a:t>量</a:t>
            </a:r>
            <a:endParaRPr lang="es-ES" sz="4400" b="0" u="none" strike="noStrike">
              <a:solidFill>
                <a:schemeClr val="dk1"/>
              </a:solidFill>
              <a:effectLst/>
              <a:uFillTx/>
              <a:latin typeface="Arial"/>
            </a:endParaRPr>
          </a:p>
        </p:txBody>
      </p:sp>
      <p:sp>
        <p:nvSpPr>
          <p:cNvPr id="464" name="TextBox 7"/>
          <p:cNvSpPr/>
          <p:nvPr/>
        </p:nvSpPr>
        <p:spPr>
          <a:xfrm>
            <a:off x="107640" y="1700280"/>
            <a:ext cx="8928720" cy="1477080"/>
          </a:xfrm>
          <a:prstGeom prst="rect">
            <a:avLst/>
          </a:prstGeom>
          <a:noFill/>
          <a:ln w="9525">
            <a:noFill/>
          </a:ln>
        </p:spPr>
        <p:style>
          <a:lnRef idx="0"/>
          <a:fillRef idx="0"/>
          <a:effectRef idx="0"/>
          <a:fontRef idx="minor"/>
        </p:style>
        <p:txBody>
          <a:bodyPr lIns="90000" rIns="90000" tIns="45000" bIns="45000" anchor="t">
            <a:spAutoFit/>
          </a:bodyPr>
          <a:p>
            <a:pPr algn="ctr">
              <a:lnSpc>
                <a:spcPct val="125000"/>
              </a:lnSpc>
            </a:pPr>
            <a:r>
              <a:rPr lang="en-US" sz="2400" b="0" u="none" strike="noStrike">
                <a:solidFill>
                  <a:schemeClr val="dk1"/>
                </a:solidFill>
                <a:effectLst/>
                <a:uFillTx/>
                <a:latin typeface="Bodoni MT Black"/>
                <a:ea typeface="宋体"/>
              </a:rPr>
              <a:t> 多次验证都表明，预测的长度</a:t>
            </a:r>
            <a:r>
              <a:rPr lang="en-US" sz="2400" b="0" u="none" strike="noStrike">
                <a:solidFill>
                  <a:schemeClr val="dk1"/>
                </a:solidFill>
                <a:effectLst/>
                <a:uFillTx/>
                <a:latin typeface="Bodoni MT Black"/>
                <a:ea typeface="宋体"/>
              </a:rPr>
              <a:t>H</a:t>
            </a:r>
            <a:r>
              <a:rPr lang="zh-CN" sz="2400" b="0" u="none" strike="noStrike">
                <a:solidFill>
                  <a:schemeClr val="dk1"/>
                </a:solidFill>
                <a:effectLst/>
                <a:uFillTx/>
                <a:latin typeface="Bodoni MT Black"/>
                <a:ea typeface="宋体"/>
              </a:rPr>
              <a:t>与实际长度</a:t>
            </a:r>
            <a:r>
              <a:rPr lang="en-US" sz="2400" b="0" u="none" strike="noStrike">
                <a:solidFill>
                  <a:schemeClr val="dk1"/>
                </a:solidFill>
                <a:effectLst/>
                <a:uFillTx/>
                <a:latin typeface="Bodoni MT Black"/>
                <a:ea typeface="宋体"/>
              </a:rPr>
              <a:t>N</a:t>
            </a:r>
            <a:r>
              <a:rPr lang="zh-CN" sz="2400" b="0" u="none" strike="noStrike">
                <a:solidFill>
                  <a:schemeClr val="dk1"/>
                </a:solidFill>
                <a:effectLst/>
                <a:uFillTx/>
                <a:latin typeface="Bodoni MT Black"/>
                <a:ea typeface="宋体"/>
              </a:rPr>
              <a:t>非常接近。</a:t>
            </a:r>
            <a:endParaRPr lang="en-US" sz="2400" b="0" u="none" strike="noStrike">
              <a:solidFill>
                <a:srgbClr val="000000"/>
              </a:solidFill>
              <a:effectLst/>
              <a:uFillTx/>
              <a:latin typeface="Arial"/>
            </a:endParaRPr>
          </a:p>
          <a:p>
            <a:pPr algn="ctr">
              <a:lnSpc>
                <a:spcPct val="125000"/>
              </a:lnSpc>
            </a:pPr>
            <a:r>
              <a:rPr lang="en-US" sz="2400" b="0" u="none" strike="noStrike">
                <a:solidFill>
                  <a:schemeClr val="dk1"/>
                </a:solidFill>
                <a:effectLst/>
                <a:uFillTx/>
                <a:latin typeface="Bodoni MT Black"/>
                <a:ea typeface="宋体"/>
              </a:rPr>
              <a:t>Halstead</a:t>
            </a:r>
            <a:r>
              <a:rPr lang="zh-CN" sz="2400" b="0" u="none" strike="noStrike">
                <a:solidFill>
                  <a:schemeClr val="dk1"/>
                </a:solidFill>
                <a:effectLst/>
                <a:uFillTx/>
                <a:latin typeface="Bodoni MT Black"/>
                <a:ea typeface="宋体"/>
              </a:rPr>
              <a:t>还给出了</a:t>
            </a:r>
            <a:r>
              <a:rPr lang="zh-CN" sz="2400" b="0" u="none" strike="noStrike">
                <a:solidFill>
                  <a:srgbClr val="ff0000"/>
                </a:solidFill>
                <a:effectLst/>
                <a:uFillTx/>
                <a:latin typeface="Bodoni MT Black"/>
                <a:ea typeface="宋体"/>
              </a:rPr>
              <a:t>预测程序中包含错误的个数</a:t>
            </a:r>
            <a:r>
              <a:rPr lang="zh-CN" sz="2400" b="0" u="none" strike="noStrike">
                <a:solidFill>
                  <a:schemeClr val="dk1"/>
                </a:solidFill>
                <a:effectLst/>
                <a:uFillTx/>
                <a:latin typeface="Bodoni MT Black"/>
                <a:ea typeface="宋体"/>
              </a:rPr>
              <a:t>的公式如下：</a:t>
            </a:r>
            <a:endParaRPr lang="en-US" sz="2400" b="0" u="none" strike="noStrike">
              <a:solidFill>
                <a:srgbClr val="000000"/>
              </a:solidFill>
              <a:effectLst/>
              <a:uFillTx/>
              <a:latin typeface="Arial"/>
            </a:endParaRPr>
          </a:p>
          <a:p>
            <a:pPr algn="ctr">
              <a:lnSpc>
                <a:spcPct val="125000"/>
              </a:lnSpc>
            </a:pPr>
            <a:r>
              <a:rPr lang="en-US" sz="2400" b="0" u="none" strike="noStrike">
                <a:solidFill>
                  <a:srgbClr val="ff0000"/>
                </a:solidFill>
                <a:effectLst/>
                <a:uFillTx/>
                <a:latin typeface="Bodoni MT Black"/>
                <a:ea typeface="宋体"/>
              </a:rPr>
              <a:t>E=N log</a:t>
            </a:r>
            <a:r>
              <a:rPr lang="en-US" sz="2400" b="0" u="none" strike="noStrike" baseline="-25000">
                <a:solidFill>
                  <a:srgbClr val="ff0000"/>
                </a:solidFill>
                <a:effectLst/>
                <a:uFillTx/>
                <a:latin typeface="Bodoni MT Black"/>
                <a:ea typeface="宋体"/>
              </a:rPr>
              <a:t>2</a:t>
            </a:r>
            <a:r>
              <a:rPr lang="en-US" sz="2400" b="0" u="none" strike="noStrike">
                <a:solidFill>
                  <a:srgbClr val="ff0000"/>
                </a:solidFill>
                <a:effectLst/>
                <a:uFillTx/>
                <a:latin typeface="Bodoni MT Black"/>
                <a:ea typeface="宋体"/>
              </a:rPr>
              <a:t> (n</a:t>
            </a:r>
            <a:r>
              <a:rPr lang="en-US" sz="2400" b="0" u="none" strike="noStrike" baseline="-25000">
                <a:solidFill>
                  <a:srgbClr val="ff0000"/>
                </a:solidFill>
                <a:effectLst/>
                <a:uFillTx/>
                <a:latin typeface="Bodoni MT Black"/>
                <a:ea typeface="宋体"/>
              </a:rPr>
              <a:t>1</a:t>
            </a:r>
            <a:r>
              <a:rPr lang="en-US" sz="2400" b="0" u="none" strike="noStrike">
                <a:solidFill>
                  <a:srgbClr val="ff0000"/>
                </a:solidFill>
                <a:effectLst/>
                <a:uFillTx/>
                <a:latin typeface="Bodoni MT Black"/>
                <a:ea typeface="宋体"/>
              </a:rPr>
              <a:t>+n</a:t>
            </a:r>
            <a:r>
              <a:rPr lang="en-US" sz="2400" b="0" u="none" strike="noStrike" baseline="-25000">
                <a:solidFill>
                  <a:srgbClr val="ff0000"/>
                </a:solidFill>
                <a:effectLst/>
                <a:uFillTx/>
                <a:latin typeface="Bodoni MT Black"/>
                <a:ea typeface="宋体"/>
              </a:rPr>
              <a:t>2</a:t>
            </a:r>
            <a:r>
              <a:rPr lang="en-US" sz="2400" b="0" u="none" strike="noStrike">
                <a:solidFill>
                  <a:srgbClr val="ff0000"/>
                </a:solidFill>
                <a:effectLst/>
                <a:uFillTx/>
                <a:latin typeface="Bodoni MT Black"/>
                <a:ea typeface="宋体"/>
              </a:rPr>
              <a:t>)/3000</a:t>
            </a:r>
            <a:endParaRPr lang="en-US" sz="2400" b="0" u="none" strike="noStrike">
              <a:solidFill>
                <a:srgbClr val="000000"/>
              </a:solidFill>
              <a:effectLst/>
              <a:uFillTx/>
              <a:latin typeface="Arial"/>
            </a:endParaRPr>
          </a:p>
        </p:txBody>
      </p:sp>
      <p:sp>
        <p:nvSpPr>
          <p:cNvPr id="465"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
        <p:nvSpPr>
          <p:cNvPr id="46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6.6.2 Halstead</a:t>
            </a:r>
            <a:r>
              <a:rPr lang="zh-CN" sz="2400" b="0" u="none" strike="noStrike">
                <a:solidFill>
                  <a:srgbClr val="d9d9d9"/>
                </a:solidFill>
                <a:effectLst/>
                <a:uFillTx/>
                <a:latin typeface="Bodoni MT Black"/>
                <a:ea typeface="宋体"/>
              </a:rPr>
              <a:t>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本章小结</a:t>
            </a:r>
            <a:endParaRPr lang="es-ES" sz="4400" b="0" u="none" strike="noStrike">
              <a:solidFill>
                <a:schemeClr val="dk1"/>
              </a:solidFill>
              <a:effectLst/>
              <a:uFillTx/>
              <a:latin typeface="Arial"/>
            </a:endParaRPr>
          </a:p>
        </p:txBody>
      </p:sp>
      <p:sp>
        <p:nvSpPr>
          <p:cNvPr id="468" name="PlaceHolder 2"/>
          <p:cNvSpPr>
            <a:spLocks noGrp="1"/>
          </p:cNvSpPr>
          <p:nvPr>
            <p:ph/>
          </p:nvPr>
        </p:nvSpPr>
        <p:spPr>
          <a:xfrm>
            <a:off x="611280" y="1341360"/>
            <a:ext cx="8229240" cy="4525560"/>
          </a:xfrm>
          <a:prstGeom prst="rect">
            <a:avLst/>
          </a:prstGeom>
          <a:noFill/>
          <a:ln w="9360">
            <a:noFill/>
          </a:ln>
        </p:spPr>
        <p:txBody>
          <a:bodyPr numCol="1" spcCol="0" lIns="91440" rIns="91440" tIns="45720" bIns="45720" anchor="t">
            <a:noAutofit/>
          </a:bodyPr>
          <a:p>
            <a:pPr indent="0">
              <a:lnSpc>
                <a:spcPct val="125000"/>
              </a:lnSpc>
              <a:spcBef>
                <a:spcPts val="601"/>
              </a:spcBef>
              <a:buNone/>
              <a:tabLst>
                <a:tab algn="l" pos="0"/>
              </a:tabLst>
            </a:pPr>
            <a:r>
              <a:rPr lang="en-US" sz="2400" b="0" u="none" strike="noStrike">
                <a:solidFill>
                  <a:schemeClr val="dk1"/>
                </a:solidFill>
                <a:effectLst/>
                <a:uFillTx/>
                <a:latin typeface="Bodoni MT Black"/>
              </a:rPr>
              <a:t>1. </a:t>
            </a:r>
            <a:r>
              <a:rPr lang="zh-CN" sz="2400" b="0" u="none" strike="noStrike">
                <a:solidFill>
                  <a:srgbClr val="ff0000"/>
                </a:solidFill>
                <a:effectLst/>
                <a:uFillTx/>
                <a:latin typeface="Bodoni MT Black"/>
              </a:rPr>
              <a:t>结构程序设计技术</a:t>
            </a:r>
            <a:r>
              <a:rPr lang="zh-CN" sz="2400" b="0" u="none" strike="noStrike">
                <a:solidFill>
                  <a:schemeClr val="dk1"/>
                </a:solidFill>
                <a:effectLst/>
                <a:uFillTx/>
                <a:latin typeface="Bodoni MT Black"/>
              </a:rPr>
              <a:t>是进行详细设计的逻辑基础。</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2. </a:t>
            </a:r>
            <a:r>
              <a:rPr lang="zh-CN" sz="2400" b="0" u="none" strike="noStrike">
                <a:solidFill>
                  <a:srgbClr val="ff0000"/>
                </a:solidFill>
                <a:effectLst/>
                <a:uFillTx/>
                <a:latin typeface="Bodoni MT Black"/>
              </a:rPr>
              <a:t>人机界面设计、数据设计</a:t>
            </a:r>
            <a:r>
              <a:rPr lang="zh-CN" sz="2400" b="0" u="none" strike="noStrike">
                <a:solidFill>
                  <a:schemeClr val="dk1"/>
                </a:solidFill>
                <a:effectLst/>
                <a:uFillTx/>
                <a:latin typeface="Bodoni MT Black"/>
              </a:rPr>
              <a:t>必须重视。</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3. </a:t>
            </a:r>
            <a:r>
              <a:rPr lang="zh-CN" sz="2400" b="0" u="none" strike="noStrike">
                <a:solidFill>
                  <a:srgbClr val="ff0000"/>
                </a:solidFill>
                <a:effectLst/>
                <a:uFillTx/>
                <a:latin typeface="Bodoni MT Black"/>
              </a:rPr>
              <a:t>过程设计</a:t>
            </a:r>
            <a:r>
              <a:rPr lang="zh-CN" sz="2400" b="0" u="none" strike="noStrike">
                <a:solidFill>
                  <a:schemeClr val="dk1"/>
                </a:solidFill>
                <a:effectLst/>
                <a:uFillTx/>
                <a:latin typeface="Bodoni MT Black"/>
              </a:rPr>
              <a:t>是详细设计阶段完成的主要工作。</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4. </a:t>
            </a:r>
            <a:r>
              <a:rPr lang="zh-CN" sz="2400" b="0" u="none" strike="noStrike">
                <a:solidFill>
                  <a:schemeClr val="dk1"/>
                </a:solidFill>
                <a:effectLst/>
                <a:uFillTx/>
                <a:latin typeface="Bodoni MT Black"/>
              </a:rPr>
              <a:t>在开发有清楚的层次结构时可采用</a:t>
            </a:r>
            <a:r>
              <a:rPr lang="zh-CN" sz="2400" b="0" u="none" strike="noStrike">
                <a:solidFill>
                  <a:srgbClr val="ff0000"/>
                </a:solidFill>
                <a:effectLst/>
                <a:uFillTx/>
                <a:latin typeface="Bodoni MT Black"/>
              </a:rPr>
              <a:t>面向数据结构</a:t>
            </a:r>
            <a:r>
              <a:rPr lang="zh-CN" sz="2400" b="0" u="none" strike="noStrike">
                <a:solidFill>
                  <a:schemeClr val="dk1"/>
                </a:solidFill>
                <a:effectLst/>
                <a:uFillTx/>
                <a:latin typeface="Bodoni MT Black"/>
              </a:rPr>
              <a:t>的设计方法完成过程设计。</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5. </a:t>
            </a:r>
            <a:r>
              <a:rPr lang="zh-CN" sz="2400" b="0" u="none" strike="noStrike">
                <a:solidFill>
                  <a:schemeClr val="dk1"/>
                </a:solidFill>
                <a:effectLst/>
                <a:uFillTx/>
                <a:latin typeface="Bodoni MT Black"/>
              </a:rPr>
              <a:t>使用</a:t>
            </a:r>
            <a:r>
              <a:rPr lang="zh-CN" sz="2400" b="0" u="none" strike="noStrike">
                <a:solidFill>
                  <a:srgbClr val="ff0000"/>
                </a:solidFill>
                <a:effectLst/>
                <a:uFillTx/>
                <a:latin typeface="Bodoni MT Black"/>
              </a:rPr>
              <a:t>环形复杂度</a:t>
            </a:r>
            <a:r>
              <a:rPr lang="zh-CN" sz="2400" b="0" u="none" strike="noStrike">
                <a:solidFill>
                  <a:schemeClr val="dk1"/>
                </a:solidFill>
                <a:effectLst/>
                <a:uFillTx/>
                <a:latin typeface="Bodoni MT Black"/>
              </a:rPr>
              <a:t>可以定量度量程序的复杂程度。</a:t>
            </a:r>
            <a:endParaRPr lang="es-ES" sz="2400" b="0" u="none" strike="noStrike">
              <a:solidFill>
                <a:schemeClr val="dk1"/>
              </a:solidFill>
              <a:effectLst/>
              <a:uFillTx/>
              <a:latin typeface="Calibri"/>
            </a:endParaRPr>
          </a:p>
        </p:txBody>
      </p:sp>
      <p:sp>
        <p:nvSpPr>
          <p:cNvPr id="46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本章小结</a:t>
            </a:r>
            <a:endParaRPr lang="en-US" sz="2400" b="0" u="none" strike="noStrike">
              <a:solidFill>
                <a:srgbClr val="000000"/>
              </a:solidFill>
              <a:effectLst/>
              <a:uFillTx/>
              <a:latin typeface="Arial"/>
            </a:endParaRPr>
          </a:p>
        </p:txBody>
      </p:sp>
      <p:sp>
        <p:nvSpPr>
          <p:cNvPr id="470" name="1 Título"/>
          <p:cNvSpPr/>
          <p:nvPr/>
        </p:nvSpPr>
        <p:spPr>
          <a:xfrm>
            <a:off x="0" y="6265800"/>
            <a:ext cx="248400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6</a:t>
            </a:r>
            <a:r>
              <a:rPr lang="zh-CN" sz="2400" b="0" u="none" strike="noStrike">
                <a:solidFill>
                  <a:srgbClr val="d9d9d9"/>
                </a:solidFill>
                <a:effectLst/>
                <a:uFillTx/>
                <a:latin typeface="Bodoni MT Black"/>
                <a:ea typeface="宋体"/>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ea typeface="宋体"/>
              </a:rPr>
              <a:t>详细设计</a:t>
            </a:r>
            <a:endParaRPr lang="en-US" sz="2400" b="0" u="none" strike="noStrike">
              <a:solidFill>
                <a:srgbClr val="000000"/>
              </a:solidFill>
              <a:effectLst/>
              <a:uFillTx/>
              <a:latin typeface="Arial"/>
            </a:endParaRPr>
          </a:p>
        </p:txBody>
      </p:sp>
    </p:spTree>
  </p:cSld>
  <mc:AlternateContent>
    <mc:Choice Requires="p14">
      <p:transition spd="med" p14:dur="999"/>
    </mc:Choice>
    <mc:Fallback>
      <p:transition spd="med"/>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12993</TotalTime>
  <Application>LibreOffice/25.8.6.2$Windows_X86_64 LibreOffice_project/b4b39682cd9868fa725bc664aff94278d315bd04</Application>
  <AppVersion>15.0000</AppVersion>
  <Words>9236</Words>
  <Paragraphs>802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2010-06-24T19:27:56Z</dcterms:created>
  <dc:creator>Design</dc:creator>
  <dc:description/>
  <dc:language>zh-CN</dc:language>
  <cp:lastModifiedBy>WRGHO</cp:lastModifiedBy>
  <dcterms:modified xsi:type="dcterms:W3CDTF">2023-04-06T00:05:29Z</dcterms:modified>
  <cp:revision>899</cp:revision>
  <dc:subject/>
  <dc:title>©MediaInteractive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65</vt:i4>
  </property>
  <property fmtid="{D5CDD505-2E9C-101B-9397-08002B2CF9AE}" pid="3" name="PresentationFormat">
    <vt:lpwstr>全屏显示(4:3)</vt:lpwstr>
  </property>
  <property fmtid="{D5CDD505-2E9C-101B-9397-08002B2CF9AE}" pid="4" name="Slides">
    <vt:i4>66</vt:i4>
  </property>
</Properties>
</file>